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3" r:id="rId8"/>
    <p:sldId id="265" r:id="rId9"/>
    <p:sldId id="266" r:id="rId10"/>
    <p:sldId id="267" r:id="rId11"/>
    <p:sldId id="268" r:id="rId12"/>
    <p:sldId id="269" r:id="rId13"/>
    <p:sldId id="270"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8" d="100"/>
          <a:sy n="108" d="100"/>
        </p:scale>
        <p:origin x="282" y="48"/>
      </p:cViewPr>
      <p:guideLst>
        <p:guide orient="horz" pos="218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A5D36C-3AA4-401C-864A-4C9D4FEBF7A7}" type="doc">
      <dgm:prSet loTypeId="urn:microsoft.com/office/officeart/2005/8/layout/process1" loCatId="process" qsTypeId="urn:microsoft.com/office/officeart/2005/8/quickstyle/simple1" qsCatId="simple" csTypeId="urn:microsoft.com/office/officeart/2005/8/colors/colorful1" csCatId="colorful" phldr="1"/>
      <dgm:spPr/>
    </dgm:pt>
    <dgm:pt modelId="{13775525-11F7-46C9-982F-3180AF79E0C5}">
      <dgm:prSet phldrT="[文本]" custT="1"/>
      <dgm:spPr/>
      <dgm:t>
        <a:bodyPr/>
        <a:lstStyle/>
        <a:p>
          <a:r>
            <a:rPr lang="en-US" altLang="zh-CN" sz="1800" b="1" dirty="0"/>
            <a:t>LLM</a:t>
          </a:r>
          <a:endParaRPr lang="zh-CN" altLang="en-US" sz="1800" b="1" dirty="0"/>
        </a:p>
      </dgm:t>
    </dgm:pt>
    <dgm:pt modelId="{E515A43E-AC8C-4487-856E-6483C9143663}" type="parTrans" cxnId="{15637E67-7995-40E5-AA04-AE27C4E860BC}">
      <dgm:prSet/>
      <dgm:spPr/>
      <dgm:t>
        <a:bodyPr/>
        <a:lstStyle/>
        <a:p>
          <a:endParaRPr lang="zh-CN" altLang="en-US" sz="1800" b="1"/>
        </a:p>
      </dgm:t>
    </dgm:pt>
    <dgm:pt modelId="{6BF61137-B04A-445F-A9C6-348C1C2B9DE3}" type="sibTrans" cxnId="{15637E67-7995-40E5-AA04-AE27C4E860BC}">
      <dgm:prSet custT="1"/>
      <dgm:spPr/>
      <dgm:t>
        <a:bodyPr/>
        <a:lstStyle/>
        <a:p>
          <a:endParaRPr lang="zh-CN" altLang="en-US" sz="1800" b="1"/>
        </a:p>
      </dgm:t>
    </dgm:pt>
    <dgm:pt modelId="{1B721470-73BE-46F9-B51B-EBAA37D2EE9B}">
      <dgm:prSet custT="1"/>
      <dgm:spPr/>
      <dgm:t>
        <a:bodyPr/>
        <a:lstStyle/>
        <a:p>
          <a:r>
            <a:rPr lang="en-US" altLang="zh-CN" sz="1800" b="1"/>
            <a:t>Agent</a:t>
          </a:r>
          <a:endParaRPr lang="en-US" altLang="zh-CN" sz="1800" b="1" dirty="0"/>
        </a:p>
      </dgm:t>
    </dgm:pt>
    <dgm:pt modelId="{4E3F00A1-26FF-4091-9571-7A78F6E0121A}" type="parTrans" cxnId="{45A56203-2928-431C-97CC-3AF29FCED720}">
      <dgm:prSet/>
      <dgm:spPr/>
      <dgm:t>
        <a:bodyPr/>
        <a:lstStyle/>
        <a:p>
          <a:endParaRPr lang="zh-CN" altLang="en-US" sz="1800" b="1"/>
        </a:p>
      </dgm:t>
    </dgm:pt>
    <dgm:pt modelId="{D502747D-CB40-404D-B055-1E4DCAE2AF70}" type="sibTrans" cxnId="{45A56203-2928-431C-97CC-3AF29FCED720}">
      <dgm:prSet custT="1"/>
      <dgm:spPr/>
      <dgm:t>
        <a:bodyPr/>
        <a:lstStyle/>
        <a:p>
          <a:endParaRPr lang="zh-CN" altLang="en-US" sz="1800" b="1"/>
        </a:p>
      </dgm:t>
    </dgm:pt>
    <dgm:pt modelId="{B277CE76-246B-401F-9FAA-16DCE99DD1B5}">
      <dgm:prSet custT="1"/>
      <dgm:spPr/>
      <dgm:t>
        <a:bodyPr/>
        <a:lstStyle/>
        <a:p>
          <a:r>
            <a:rPr lang="en-US" altLang="zh-CN" sz="1800" b="1"/>
            <a:t>Memory</a:t>
          </a:r>
          <a:endParaRPr lang="en-US" altLang="zh-CN" sz="1800" b="1" dirty="0"/>
        </a:p>
      </dgm:t>
    </dgm:pt>
    <dgm:pt modelId="{FA10F3AE-B6E8-4DE6-AAAA-DFB7496F3995}" type="parTrans" cxnId="{DE6DDCC0-19A7-4EA4-AF7B-692341110F27}">
      <dgm:prSet/>
      <dgm:spPr/>
      <dgm:t>
        <a:bodyPr/>
        <a:lstStyle/>
        <a:p>
          <a:endParaRPr lang="zh-CN" altLang="en-US" sz="1800" b="1"/>
        </a:p>
      </dgm:t>
    </dgm:pt>
    <dgm:pt modelId="{432A8955-5211-43B3-93EF-DC985AFF2121}" type="sibTrans" cxnId="{DE6DDCC0-19A7-4EA4-AF7B-692341110F27}">
      <dgm:prSet custT="1"/>
      <dgm:spPr/>
      <dgm:t>
        <a:bodyPr/>
        <a:lstStyle/>
        <a:p>
          <a:endParaRPr lang="zh-CN" altLang="en-US" sz="1800" b="1"/>
        </a:p>
      </dgm:t>
    </dgm:pt>
    <dgm:pt modelId="{0C2FA948-734E-4015-B459-CA27C5DCAE31}">
      <dgm:prSet custT="1"/>
      <dgm:spPr/>
      <dgm:t>
        <a:bodyPr/>
        <a:lstStyle/>
        <a:p>
          <a:r>
            <a:rPr lang="en-US" altLang="zh-CN" sz="1800" b="1" dirty="0"/>
            <a:t>Context graph</a:t>
          </a:r>
        </a:p>
      </dgm:t>
    </dgm:pt>
    <dgm:pt modelId="{BAFD8222-2660-4A92-AC55-96A8991062F6}" type="parTrans" cxnId="{504BDDB9-F11A-4BF6-85C4-CDE636C3EA90}">
      <dgm:prSet/>
      <dgm:spPr/>
      <dgm:t>
        <a:bodyPr/>
        <a:lstStyle/>
        <a:p>
          <a:endParaRPr lang="zh-CN" altLang="en-US" sz="1800" b="1"/>
        </a:p>
      </dgm:t>
    </dgm:pt>
    <dgm:pt modelId="{1AA669B4-5572-422B-BA48-D40F0D927D89}" type="sibTrans" cxnId="{504BDDB9-F11A-4BF6-85C4-CDE636C3EA90}">
      <dgm:prSet/>
      <dgm:spPr/>
      <dgm:t>
        <a:bodyPr/>
        <a:lstStyle/>
        <a:p>
          <a:endParaRPr lang="zh-CN" altLang="en-US" sz="1800" b="1"/>
        </a:p>
      </dgm:t>
    </dgm:pt>
    <dgm:pt modelId="{06D184F2-D384-4153-A546-05F6A7FA13F5}" type="pres">
      <dgm:prSet presAssocID="{1EA5D36C-3AA4-401C-864A-4C9D4FEBF7A7}" presName="Name0" presStyleCnt="0">
        <dgm:presLayoutVars>
          <dgm:dir/>
          <dgm:resizeHandles val="exact"/>
        </dgm:presLayoutVars>
      </dgm:prSet>
      <dgm:spPr/>
    </dgm:pt>
    <dgm:pt modelId="{5E61FA8D-CAF3-4DD8-AD7E-6B4EB665F1BC}" type="pres">
      <dgm:prSet presAssocID="{13775525-11F7-46C9-982F-3180AF79E0C5}" presName="node" presStyleLbl="node1" presStyleIdx="0" presStyleCnt="4">
        <dgm:presLayoutVars>
          <dgm:bulletEnabled val="1"/>
        </dgm:presLayoutVars>
      </dgm:prSet>
      <dgm:spPr/>
    </dgm:pt>
    <dgm:pt modelId="{6F447633-2161-4E4F-9A60-D1307CBD3AEC}" type="pres">
      <dgm:prSet presAssocID="{6BF61137-B04A-445F-A9C6-348C1C2B9DE3}" presName="sibTrans" presStyleLbl="sibTrans2D1" presStyleIdx="0" presStyleCnt="3"/>
      <dgm:spPr/>
    </dgm:pt>
    <dgm:pt modelId="{441CB212-AD80-4E6B-94E8-C5AC4633D4F0}" type="pres">
      <dgm:prSet presAssocID="{6BF61137-B04A-445F-A9C6-348C1C2B9DE3}" presName="connectorText" presStyleLbl="sibTrans2D1" presStyleIdx="0" presStyleCnt="3"/>
      <dgm:spPr/>
    </dgm:pt>
    <dgm:pt modelId="{FE68FA16-E920-4A40-85BD-49500C5ED28A}" type="pres">
      <dgm:prSet presAssocID="{1B721470-73BE-46F9-B51B-EBAA37D2EE9B}" presName="node" presStyleLbl="node1" presStyleIdx="1" presStyleCnt="4">
        <dgm:presLayoutVars>
          <dgm:bulletEnabled val="1"/>
        </dgm:presLayoutVars>
      </dgm:prSet>
      <dgm:spPr/>
    </dgm:pt>
    <dgm:pt modelId="{23E8868E-E97F-45F0-8FFB-37174281DC83}" type="pres">
      <dgm:prSet presAssocID="{D502747D-CB40-404D-B055-1E4DCAE2AF70}" presName="sibTrans" presStyleLbl="sibTrans2D1" presStyleIdx="1" presStyleCnt="3"/>
      <dgm:spPr/>
    </dgm:pt>
    <dgm:pt modelId="{721E5D50-08A3-49A6-B8FB-62E270D35D80}" type="pres">
      <dgm:prSet presAssocID="{D502747D-CB40-404D-B055-1E4DCAE2AF70}" presName="connectorText" presStyleLbl="sibTrans2D1" presStyleIdx="1" presStyleCnt="3"/>
      <dgm:spPr/>
    </dgm:pt>
    <dgm:pt modelId="{1D481EE7-175C-49E2-81F2-85B2B835DEE7}" type="pres">
      <dgm:prSet presAssocID="{B277CE76-246B-401F-9FAA-16DCE99DD1B5}" presName="node" presStyleLbl="node1" presStyleIdx="2" presStyleCnt="4">
        <dgm:presLayoutVars>
          <dgm:bulletEnabled val="1"/>
        </dgm:presLayoutVars>
      </dgm:prSet>
      <dgm:spPr/>
    </dgm:pt>
    <dgm:pt modelId="{3A1F7B0B-E820-4A4E-9EC6-3E4BAC898107}" type="pres">
      <dgm:prSet presAssocID="{432A8955-5211-43B3-93EF-DC985AFF2121}" presName="sibTrans" presStyleLbl="sibTrans2D1" presStyleIdx="2" presStyleCnt="3"/>
      <dgm:spPr/>
    </dgm:pt>
    <dgm:pt modelId="{BD8B9BE3-A7F0-4B05-8973-275E7421530D}" type="pres">
      <dgm:prSet presAssocID="{432A8955-5211-43B3-93EF-DC985AFF2121}" presName="connectorText" presStyleLbl="sibTrans2D1" presStyleIdx="2" presStyleCnt="3"/>
      <dgm:spPr/>
    </dgm:pt>
    <dgm:pt modelId="{69B6C320-336A-4EF2-ACD1-004AC33C6E3C}" type="pres">
      <dgm:prSet presAssocID="{0C2FA948-734E-4015-B459-CA27C5DCAE31}" presName="node" presStyleLbl="node1" presStyleIdx="3" presStyleCnt="4">
        <dgm:presLayoutVars>
          <dgm:bulletEnabled val="1"/>
        </dgm:presLayoutVars>
      </dgm:prSet>
      <dgm:spPr/>
    </dgm:pt>
  </dgm:ptLst>
  <dgm:cxnLst>
    <dgm:cxn modelId="{45A56203-2928-431C-97CC-3AF29FCED720}" srcId="{1EA5D36C-3AA4-401C-864A-4C9D4FEBF7A7}" destId="{1B721470-73BE-46F9-B51B-EBAA37D2EE9B}" srcOrd="1" destOrd="0" parTransId="{4E3F00A1-26FF-4091-9571-7A78F6E0121A}" sibTransId="{D502747D-CB40-404D-B055-1E4DCAE2AF70}"/>
    <dgm:cxn modelId="{AE35575B-D13E-4639-9CC6-56426F793334}" type="presOf" srcId="{6BF61137-B04A-445F-A9C6-348C1C2B9DE3}" destId="{441CB212-AD80-4E6B-94E8-C5AC4633D4F0}" srcOrd="1" destOrd="0" presId="urn:microsoft.com/office/officeart/2005/8/layout/process1"/>
    <dgm:cxn modelId="{2F3FE55D-F681-400D-BFDD-BC9AF8E07A3A}" type="presOf" srcId="{432A8955-5211-43B3-93EF-DC985AFF2121}" destId="{BD8B9BE3-A7F0-4B05-8973-275E7421530D}" srcOrd="1" destOrd="0" presId="urn:microsoft.com/office/officeart/2005/8/layout/process1"/>
    <dgm:cxn modelId="{15637E67-7995-40E5-AA04-AE27C4E860BC}" srcId="{1EA5D36C-3AA4-401C-864A-4C9D4FEBF7A7}" destId="{13775525-11F7-46C9-982F-3180AF79E0C5}" srcOrd="0" destOrd="0" parTransId="{E515A43E-AC8C-4487-856E-6483C9143663}" sibTransId="{6BF61137-B04A-445F-A9C6-348C1C2B9DE3}"/>
    <dgm:cxn modelId="{93564C4C-89CC-4B64-AB84-33EA3C576944}" type="presOf" srcId="{13775525-11F7-46C9-982F-3180AF79E0C5}" destId="{5E61FA8D-CAF3-4DD8-AD7E-6B4EB665F1BC}" srcOrd="0" destOrd="0" presId="urn:microsoft.com/office/officeart/2005/8/layout/process1"/>
    <dgm:cxn modelId="{3A9BCB4E-3BE8-4684-9C02-30652EDAAD30}" type="presOf" srcId="{0C2FA948-734E-4015-B459-CA27C5DCAE31}" destId="{69B6C320-336A-4EF2-ACD1-004AC33C6E3C}" srcOrd="0" destOrd="0" presId="urn:microsoft.com/office/officeart/2005/8/layout/process1"/>
    <dgm:cxn modelId="{7C1FA175-FCB5-475F-9479-8ED703283C99}" type="presOf" srcId="{1EA5D36C-3AA4-401C-864A-4C9D4FEBF7A7}" destId="{06D184F2-D384-4153-A546-05F6A7FA13F5}" srcOrd="0" destOrd="0" presId="urn:microsoft.com/office/officeart/2005/8/layout/process1"/>
    <dgm:cxn modelId="{07C9148E-48A5-4925-B444-40225FAC7F1A}" type="presOf" srcId="{B277CE76-246B-401F-9FAA-16DCE99DD1B5}" destId="{1D481EE7-175C-49E2-81F2-85B2B835DEE7}" srcOrd="0" destOrd="0" presId="urn:microsoft.com/office/officeart/2005/8/layout/process1"/>
    <dgm:cxn modelId="{478EFF97-9044-4E26-B862-29DD6C226131}" type="presOf" srcId="{6BF61137-B04A-445F-A9C6-348C1C2B9DE3}" destId="{6F447633-2161-4E4F-9A60-D1307CBD3AEC}" srcOrd="0" destOrd="0" presId="urn:microsoft.com/office/officeart/2005/8/layout/process1"/>
    <dgm:cxn modelId="{6D994CB5-84F8-4442-9E72-DCBD76DBC76C}" type="presOf" srcId="{1B721470-73BE-46F9-B51B-EBAA37D2EE9B}" destId="{FE68FA16-E920-4A40-85BD-49500C5ED28A}" srcOrd="0" destOrd="0" presId="urn:microsoft.com/office/officeart/2005/8/layout/process1"/>
    <dgm:cxn modelId="{504BDDB9-F11A-4BF6-85C4-CDE636C3EA90}" srcId="{1EA5D36C-3AA4-401C-864A-4C9D4FEBF7A7}" destId="{0C2FA948-734E-4015-B459-CA27C5DCAE31}" srcOrd="3" destOrd="0" parTransId="{BAFD8222-2660-4A92-AC55-96A8991062F6}" sibTransId="{1AA669B4-5572-422B-BA48-D40F0D927D89}"/>
    <dgm:cxn modelId="{9F9202BE-EE1F-4C29-9060-709732AF24AB}" type="presOf" srcId="{D502747D-CB40-404D-B055-1E4DCAE2AF70}" destId="{23E8868E-E97F-45F0-8FFB-37174281DC83}" srcOrd="0" destOrd="0" presId="urn:microsoft.com/office/officeart/2005/8/layout/process1"/>
    <dgm:cxn modelId="{5A2F6BBF-4F38-42B9-B162-61C6B519C84D}" type="presOf" srcId="{D502747D-CB40-404D-B055-1E4DCAE2AF70}" destId="{721E5D50-08A3-49A6-B8FB-62E270D35D80}" srcOrd="1" destOrd="0" presId="urn:microsoft.com/office/officeart/2005/8/layout/process1"/>
    <dgm:cxn modelId="{DE6DDCC0-19A7-4EA4-AF7B-692341110F27}" srcId="{1EA5D36C-3AA4-401C-864A-4C9D4FEBF7A7}" destId="{B277CE76-246B-401F-9FAA-16DCE99DD1B5}" srcOrd="2" destOrd="0" parTransId="{FA10F3AE-B6E8-4DE6-AAAA-DFB7496F3995}" sibTransId="{432A8955-5211-43B3-93EF-DC985AFF2121}"/>
    <dgm:cxn modelId="{92E73CD6-CF84-442A-B890-0947ECA78C0A}" type="presOf" srcId="{432A8955-5211-43B3-93EF-DC985AFF2121}" destId="{3A1F7B0B-E820-4A4E-9EC6-3E4BAC898107}" srcOrd="0" destOrd="0" presId="urn:microsoft.com/office/officeart/2005/8/layout/process1"/>
    <dgm:cxn modelId="{88B38638-DC0D-4279-912C-A6EEFC38935A}" type="presParOf" srcId="{06D184F2-D384-4153-A546-05F6A7FA13F5}" destId="{5E61FA8D-CAF3-4DD8-AD7E-6B4EB665F1BC}" srcOrd="0" destOrd="0" presId="urn:microsoft.com/office/officeart/2005/8/layout/process1"/>
    <dgm:cxn modelId="{1928E523-4BF1-4ECB-97EC-24AE528D3D84}" type="presParOf" srcId="{06D184F2-D384-4153-A546-05F6A7FA13F5}" destId="{6F447633-2161-4E4F-9A60-D1307CBD3AEC}" srcOrd="1" destOrd="0" presId="urn:microsoft.com/office/officeart/2005/8/layout/process1"/>
    <dgm:cxn modelId="{34C2D4A8-A81B-4099-BF63-4BA9AC57B768}" type="presParOf" srcId="{6F447633-2161-4E4F-9A60-D1307CBD3AEC}" destId="{441CB212-AD80-4E6B-94E8-C5AC4633D4F0}" srcOrd="0" destOrd="0" presId="urn:microsoft.com/office/officeart/2005/8/layout/process1"/>
    <dgm:cxn modelId="{973B9DC6-7606-4347-B4B0-BF8A66FB1705}" type="presParOf" srcId="{06D184F2-D384-4153-A546-05F6A7FA13F5}" destId="{FE68FA16-E920-4A40-85BD-49500C5ED28A}" srcOrd="2" destOrd="0" presId="urn:microsoft.com/office/officeart/2005/8/layout/process1"/>
    <dgm:cxn modelId="{EB02BB9D-FA95-46B0-93A7-BED034D2C60C}" type="presParOf" srcId="{06D184F2-D384-4153-A546-05F6A7FA13F5}" destId="{23E8868E-E97F-45F0-8FFB-37174281DC83}" srcOrd="3" destOrd="0" presId="urn:microsoft.com/office/officeart/2005/8/layout/process1"/>
    <dgm:cxn modelId="{E609DDA9-C1BF-4116-B0D9-9D959A2DFFDF}" type="presParOf" srcId="{23E8868E-E97F-45F0-8FFB-37174281DC83}" destId="{721E5D50-08A3-49A6-B8FB-62E270D35D80}" srcOrd="0" destOrd="0" presId="urn:microsoft.com/office/officeart/2005/8/layout/process1"/>
    <dgm:cxn modelId="{41383BBE-8702-4F5C-9409-A7AA3D3FFFED}" type="presParOf" srcId="{06D184F2-D384-4153-A546-05F6A7FA13F5}" destId="{1D481EE7-175C-49E2-81F2-85B2B835DEE7}" srcOrd="4" destOrd="0" presId="urn:microsoft.com/office/officeart/2005/8/layout/process1"/>
    <dgm:cxn modelId="{23470E11-DE4C-4DFB-A888-444D07DE306C}" type="presParOf" srcId="{06D184F2-D384-4153-A546-05F6A7FA13F5}" destId="{3A1F7B0B-E820-4A4E-9EC6-3E4BAC898107}" srcOrd="5" destOrd="0" presId="urn:microsoft.com/office/officeart/2005/8/layout/process1"/>
    <dgm:cxn modelId="{CFD6716C-9BB1-4868-BD25-BD1D00F04CCF}" type="presParOf" srcId="{3A1F7B0B-E820-4A4E-9EC6-3E4BAC898107}" destId="{BD8B9BE3-A7F0-4B05-8973-275E7421530D}" srcOrd="0" destOrd="0" presId="urn:microsoft.com/office/officeart/2005/8/layout/process1"/>
    <dgm:cxn modelId="{BEA68868-E00F-410F-BB23-02FBA1136506}" type="presParOf" srcId="{06D184F2-D384-4153-A546-05F6A7FA13F5}" destId="{69B6C320-336A-4EF2-ACD1-004AC33C6E3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A5D36C-3AA4-401C-864A-4C9D4FEBF7A7}" type="doc">
      <dgm:prSet loTypeId="urn:microsoft.com/office/officeart/2005/8/layout/process1" loCatId="process" qsTypeId="urn:microsoft.com/office/officeart/2005/8/quickstyle/simple1" qsCatId="simple" csTypeId="urn:microsoft.com/office/officeart/2005/8/colors/colorful1" csCatId="colorful" phldr="1"/>
      <dgm:spPr/>
    </dgm:pt>
    <dgm:pt modelId="{13775525-11F7-46C9-982F-3180AF79E0C5}">
      <dgm:prSet phldrT="[文本]" custT="1"/>
      <dgm:spPr/>
      <dgm:t>
        <a:bodyPr/>
        <a:lstStyle/>
        <a:p>
          <a:r>
            <a:rPr lang="en-US" altLang="zh-CN" sz="1800" b="1" dirty="0"/>
            <a:t>LLM</a:t>
          </a:r>
          <a:endParaRPr lang="zh-CN" altLang="en-US" sz="1800" b="1" dirty="0"/>
        </a:p>
      </dgm:t>
    </dgm:pt>
    <dgm:pt modelId="{E515A43E-AC8C-4487-856E-6483C9143663}" type="parTrans" cxnId="{15637E67-7995-40E5-AA04-AE27C4E860BC}">
      <dgm:prSet/>
      <dgm:spPr/>
      <dgm:t>
        <a:bodyPr/>
        <a:lstStyle/>
        <a:p>
          <a:endParaRPr lang="zh-CN" altLang="en-US" sz="1800" b="1"/>
        </a:p>
      </dgm:t>
    </dgm:pt>
    <dgm:pt modelId="{6BF61137-B04A-445F-A9C6-348C1C2B9DE3}" type="sibTrans" cxnId="{15637E67-7995-40E5-AA04-AE27C4E860BC}">
      <dgm:prSet custT="1"/>
      <dgm:spPr/>
      <dgm:t>
        <a:bodyPr/>
        <a:lstStyle/>
        <a:p>
          <a:endParaRPr lang="zh-CN" altLang="en-US" sz="1800" b="1"/>
        </a:p>
      </dgm:t>
    </dgm:pt>
    <dgm:pt modelId="{1B721470-73BE-46F9-B51B-EBAA37D2EE9B}">
      <dgm:prSet custT="1"/>
      <dgm:spPr/>
      <dgm:t>
        <a:bodyPr/>
        <a:lstStyle/>
        <a:p>
          <a:r>
            <a:rPr lang="en-US" altLang="zh-CN" sz="1800" b="1"/>
            <a:t>Agent</a:t>
          </a:r>
          <a:endParaRPr lang="en-US" altLang="zh-CN" sz="1800" b="1" dirty="0"/>
        </a:p>
      </dgm:t>
    </dgm:pt>
    <dgm:pt modelId="{4E3F00A1-26FF-4091-9571-7A78F6E0121A}" type="parTrans" cxnId="{45A56203-2928-431C-97CC-3AF29FCED720}">
      <dgm:prSet/>
      <dgm:spPr/>
      <dgm:t>
        <a:bodyPr/>
        <a:lstStyle/>
        <a:p>
          <a:endParaRPr lang="zh-CN" altLang="en-US" sz="1800" b="1"/>
        </a:p>
      </dgm:t>
    </dgm:pt>
    <dgm:pt modelId="{D502747D-CB40-404D-B055-1E4DCAE2AF70}" type="sibTrans" cxnId="{45A56203-2928-431C-97CC-3AF29FCED720}">
      <dgm:prSet custT="1"/>
      <dgm:spPr/>
      <dgm:t>
        <a:bodyPr/>
        <a:lstStyle/>
        <a:p>
          <a:endParaRPr lang="zh-CN" altLang="en-US" sz="1800" b="1"/>
        </a:p>
      </dgm:t>
    </dgm:pt>
    <dgm:pt modelId="{B277CE76-246B-401F-9FAA-16DCE99DD1B5}">
      <dgm:prSet custT="1"/>
      <dgm:spPr/>
      <dgm:t>
        <a:bodyPr/>
        <a:lstStyle/>
        <a:p>
          <a:r>
            <a:rPr lang="en-US" altLang="zh-CN" sz="1800" b="1"/>
            <a:t>Memory</a:t>
          </a:r>
          <a:endParaRPr lang="en-US" altLang="zh-CN" sz="1800" b="1" dirty="0"/>
        </a:p>
      </dgm:t>
    </dgm:pt>
    <dgm:pt modelId="{FA10F3AE-B6E8-4DE6-AAAA-DFB7496F3995}" type="parTrans" cxnId="{DE6DDCC0-19A7-4EA4-AF7B-692341110F27}">
      <dgm:prSet/>
      <dgm:spPr/>
      <dgm:t>
        <a:bodyPr/>
        <a:lstStyle/>
        <a:p>
          <a:endParaRPr lang="zh-CN" altLang="en-US" sz="1800" b="1"/>
        </a:p>
      </dgm:t>
    </dgm:pt>
    <dgm:pt modelId="{432A8955-5211-43B3-93EF-DC985AFF2121}" type="sibTrans" cxnId="{DE6DDCC0-19A7-4EA4-AF7B-692341110F27}">
      <dgm:prSet custT="1"/>
      <dgm:spPr/>
      <dgm:t>
        <a:bodyPr/>
        <a:lstStyle/>
        <a:p>
          <a:endParaRPr lang="zh-CN" altLang="en-US" sz="1800" b="1"/>
        </a:p>
      </dgm:t>
    </dgm:pt>
    <dgm:pt modelId="{0C2FA948-734E-4015-B459-CA27C5DCAE31}">
      <dgm:prSet custT="1"/>
      <dgm:spPr/>
      <dgm:t>
        <a:bodyPr/>
        <a:lstStyle/>
        <a:p>
          <a:r>
            <a:rPr lang="en-US" altLang="zh-CN" sz="1800" b="1" dirty="0"/>
            <a:t>Context graph</a:t>
          </a:r>
        </a:p>
      </dgm:t>
    </dgm:pt>
    <dgm:pt modelId="{BAFD8222-2660-4A92-AC55-96A8991062F6}" type="parTrans" cxnId="{504BDDB9-F11A-4BF6-85C4-CDE636C3EA90}">
      <dgm:prSet/>
      <dgm:spPr/>
      <dgm:t>
        <a:bodyPr/>
        <a:lstStyle/>
        <a:p>
          <a:endParaRPr lang="zh-CN" altLang="en-US" sz="1800" b="1"/>
        </a:p>
      </dgm:t>
    </dgm:pt>
    <dgm:pt modelId="{1AA669B4-5572-422B-BA48-D40F0D927D89}" type="sibTrans" cxnId="{504BDDB9-F11A-4BF6-85C4-CDE636C3EA90}">
      <dgm:prSet/>
      <dgm:spPr/>
      <dgm:t>
        <a:bodyPr/>
        <a:lstStyle/>
        <a:p>
          <a:endParaRPr lang="zh-CN" altLang="en-US" sz="1800" b="1"/>
        </a:p>
      </dgm:t>
    </dgm:pt>
    <dgm:pt modelId="{06D184F2-D384-4153-A546-05F6A7FA13F5}" type="pres">
      <dgm:prSet presAssocID="{1EA5D36C-3AA4-401C-864A-4C9D4FEBF7A7}" presName="Name0" presStyleCnt="0">
        <dgm:presLayoutVars>
          <dgm:dir/>
          <dgm:resizeHandles val="exact"/>
        </dgm:presLayoutVars>
      </dgm:prSet>
      <dgm:spPr/>
    </dgm:pt>
    <dgm:pt modelId="{5E61FA8D-CAF3-4DD8-AD7E-6B4EB665F1BC}" type="pres">
      <dgm:prSet presAssocID="{13775525-11F7-46C9-982F-3180AF79E0C5}" presName="node" presStyleLbl="node1" presStyleIdx="0" presStyleCnt="4">
        <dgm:presLayoutVars>
          <dgm:bulletEnabled val="1"/>
        </dgm:presLayoutVars>
      </dgm:prSet>
      <dgm:spPr/>
    </dgm:pt>
    <dgm:pt modelId="{6F447633-2161-4E4F-9A60-D1307CBD3AEC}" type="pres">
      <dgm:prSet presAssocID="{6BF61137-B04A-445F-A9C6-348C1C2B9DE3}" presName="sibTrans" presStyleLbl="sibTrans2D1" presStyleIdx="0" presStyleCnt="3"/>
      <dgm:spPr/>
    </dgm:pt>
    <dgm:pt modelId="{441CB212-AD80-4E6B-94E8-C5AC4633D4F0}" type="pres">
      <dgm:prSet presAssocID="{6BF61137-B04A-445F-A9C6-348C1C2B9DE3}" presName="connectorText" presStyleLbl="sibTrans2D1" presStyleIdx="0" presStyleCnt="3"/>
      <dgm:spPr/>
    </dgm:pt>
    <dgm:pt modelId="{FE68FA16-E920-4A40-85BD-49500C5ED28A}" type="pres">
      <dgm:prSet presAssocID="{1B721470-73BE-46F9-B51B-EBAA37D2EE9B}" presName="node" presStyleLbl="node1" presStyleIdx="1" presStyleCnt="4">
        <dgm:presLayoutVars>
          <dgm:bulletEnabled val="1"/>
        </dgm:presLayoutVars>
      </dgm:prSet>
      <dgm:spPr/>
    </dgm:pt>
    <dgm:pt modelId="{23E8868E-E97F-45F0-8FFB-37174281DC83}" type="pres">
      <dgm:prSet presAssocID="{D502747D-CB40-404D-B055-1E4DCAE2AF70}" presName="sibTrans" presStyleLbl="sibTrans2D1" presStyleIdx="1" presStyleCnt="3"/>
      <dgm:spPr/>
    </dgm:pt>
    <dgm:pt modelId="{721E5D50-08A3-49A6-B8FB-62E270D35D80}" type="pres">
      <dgm:prSet presAssocID="{D502747D-CB40-404D-B055-1E4DCAE2AF70}" presName="connectorText" presStyleLbl="sibTrans2D1" presStyleIdx="1" presStyleCnt="3"/>
      <dgm:spPr/>
    </dgm:pt>
    <dgm:pt modelId="{1D481EE7-175C-49E2-81F2-85B2B835DEE7}" type="pres">
      <dgm:prSet presAssocID="{B277CE76-246B-401F-9FAA-16DCE99DD1B5}" presName="node" presStyleLbl="node1" presStyleIdx="2" presStyleCnt="4">
        <dgm:presLayoutVars>
          <dgm:bulletEnabled val="1"/>
        </dgm:presLayoutVars>
      </dgm:prSet>
      <dgm:spPr/>
    </dgm:pt>
    <dgm:pt modelId="{3A1F7B0B-E820-4A4E-9EC6-3E4BAC898107}" type="pres">
      <dgm:prSet presAssocID="{432A8955-5211-43B3-93EF-DC985AFF2121}" presName="sibTrans" presStyleLbl="sibTrans2D1" presStyleIdx="2" presStyleCnt="3"/>
      <dgm:spPr/>
    </dgm:pt>
    <dgm:pt modelId="{BD8B9BE3-A7F0-4B05-8973-275E7421530D}" type="pres">
      <dgm:prSet presAssocID="{432A8955-5211-43B3-93EF-DC985AFF2121}" presName="connectorText" presStyleLbl="sibTrans2D1" presStyleIdx="2" presStyleCnt="3"/>
      <dgm:spPr/>
    </dgm:pt>
    <dgm:pt modelId="{69B6C320-336A-4EF2-ACD1-004AC33C6E3C}" type="pres">
      <dgm:prSet presAssocID="{0C2FA948-734E-4015-B459-CA27C5DCAE31}" presName="node" presStyleLbl="node1" presStyleIdx="3" presStyleCnt="4">
        <dgm:presLayoutVars>
          <dgm:bulletEnabled val="1"/>
        </dgm:presLayoutVars>
      </dgm:prSet>
      <dgm:spPr/>
    </dgm:pt>
  </dgm:ptLst>
  <dgm:cxnLst>
    <dgm:cxn modelId="{45A56203-2928-431C-97CC-3AF29FCED720}" srcId="{1EA5D36C-3AA4-401C-864A-4C9D4FEBF7A7}" destId="{1B721470-73BE-46F9-B51B-EBAA37D2EE9B}" srcOrd="1" destOrd="0" parTransId="{4E3F00A1-26FF-4091-9571-7A78F6E0121A}" sibTransId="{D502747D-CB40-404D-B055-1E4DCAE2AF70}"/>
    <dgm:cxn modelId="{AE35575B-D13E-4639-9CC6-56426F793334}" type="presOf" srcId="{6BF61137-B04A-445F-A9C6-348C1C2B9DE3}" destId="{441CB212-AD80-4E6B-94E8-C5AC4633D4F0}" srcOrd="1" destOrd="0" presId="urn:microsoft.com/office/officeart/2005/8/layout/process1"/>
    <dgm:cxn modelId="{2F3FE55D-F681-400D-BFDD-BC9AF8E07A3A}" type="presOf" srcId="{432A8955-5211-43B3-93EF-DC985AFF2121}" destId="{BD8B9BE3-A7F0-4B05-8973-275E7421530D}" srcOrd="1" destOrd="0" presId="urn:microsoft.com/office/officeart/2005/8/layout/process1"/>
    <dgm:cxn modelId="{15637E67-7995-40E5-AA04-AE27C4E860BC}" srcId="{1EA5D36C-3AA4-401C-864A-4C9D4FEBF7A7}" destId="{13775525-11F7-46C9-982F-3180AF79E0C5}" srcOrd="0" destOrd="0" parTransId="{E515A43E-AC8C-4487-856E-6483C9143663}" sibTransId="{6BF61137-B04A-445F-A9C6-348C1C2B9DE3}"/>
    <dgm:cxn modelId="{93564C4C-89CC-4B64-AB84-33EA3C576944}" type="presOf" srcId="{13775525-11F7-46C9-982F-3180AF79E0C5}" destId="{5E61FA8D-CAF3-4DD8-AD7E-6B4EB665F1BC}" srcOrd="0" destOrd="0" presId="urn:microsoft.com/office/officeart/2005/8/layout/process1"/>
    <dgm:cxn modelId="{3A9BCB4E-3BE8-4684-9C02-30652EDAAD30}" type="presOf" srcId="{0C2FA948-734E-4015-B459-CA27C5DCAE31}" destId="{69B6C320-336A-4EF2-ACD1-004AC33C6E3C}" srcOrd="0" destOrd="0" presId="urn:microsoft.com/office/officeart/2005/8/layout/process1"/>
    <dgm:cxn modelId="{7C1FA175-FCB5-475F-9479-8ED703283C99}" type="presOf" srcId="{1EA5D36C-3AA4-401C-864A-4C9D4FEBF7A7}" destId="{06D184F2-D384-4153-A546-05F6A7FA13F5}" srcOrd="0" destOrd="0" presId="urn:microsoft.com/office/officeart/2005/8/layout/process1"/>
    <dgm:cxn modelId="{07C9148E-48A5-4925-B444-40225FAC7F1A}" type="presOf" srcId="{B277CE76-246B-401F-9FAA-16DCE99DD1B5}" destId="{1D481EE7-175C-49E2-81F2-85B2B835DEE7}" srcOrd="0" destOrd="0" presId="urn:microsoft.com/office/officeart/2005/8/layout/process1"/>
    <dgm:cxn modelId="{478EFF97-9044-4E26-B862-29DD6C226131}" type="presOf" srcId="{6BF61137-B04A-445F-A9C6-348C1C2B9DE3}" destId="{6F447633-2161-4E4F-9A60-D1307CBD3AEC}" srcOrd="0" destOrd="0" presId="urn:microsoft.com/office/officeart/2005/8/layout/process1"/>
    <dgm:cxn modelId="{6D994CB5-84F8-4442-9E72-DCBD76DBC76C}" type="presOf" srcId="{1B721470-73BE-46F9-B51B-EBAA37D2EE9B}" destId="{FE68FA16-E920-4A40-85BD-49500C5ED28A}" srcOrd="0" destOrd="0" presId="urn:microsoft.com/office/officeart/2005/8/layout/process1"/>
    <dgm:cxn modelId="{504BDDB9-F11A-4BF6-85C4-CDE636C3EA90}" srcId="{1EA5D36C-3AA4-401C-864A-4C9D4FEBF7A7}" destId="{0C2FA948-734E-4015-B459-CA27C5DCAE31}" srcOrd="3" destOrd="0" parTransId="{BAFD8222-2660-4A92-AC55-96A8991062F6}" sibTransId="{1AA669B4-5572-422B-BA48-D40F0D927D89}"/>
    <dgm:cxn modelId="{9F9202BE-EE1F-4C29-9060-709732AF24AB}" type="presOf" srcId="{D502747D-CB40-404D-B055-1E4DCAE2AF70}" destId="{23E8868E-E97F-45F0-8FFB-37174281DC83}" srcOrd="0" destOrd="0" presId="urn:microsoft.com/office/officeart/2005/8/layout/process1"/>
    <dgm:cxn modelId="{5A2F6BBF-4F38-42B9-B162-61C6B519C84D}" type="presOf" srcId="{D502747D-CB40-404D-B055-1E4DCAE2AF70}" destId="{721E5D50-08A3-49A6-B8FB-62E270D35D80}" srcOrd="1" destOrd="0" presId="urn:microsoft.com/office/officeart/2005/8/layout/process1"/>
    <dgm:cxn modelId="{DE6DDCC0-19A7-4EA4-AF7B-692341110F27}" srcId="{1EA5D36C-3AA4-401C-864A-4C9D4FEBF7A7}" destId="{B277CE76-246B-401F-9FAA-16DCE99DD1B5}" srcOrd="2" destOrd="0" parTransId="{FA10F3AE-B6E8-4DE6-AAAA-DFB7496F3995}" sibTransId="{432A8955-5211-43B3-93EF-DC985AFF2121}"/>
    <dgm:cxn modelId="{92E73CD6-CF84-442A-B890-0947ECA78C0A}" type="presOf" srcId="{432A8955-5211-43B3-93EF-DC985AFF2121}" destId="{3A1F7B0B-E820-4A4E-9EC6-3E4BAC898107}" srcOrd="0" destOrd="0" presId="urn:microsoft.com/office/officeart/2005/8/layout/process1"/>
    <dgm:cxn modelId="{88B38638-DC0D-4279-912C-A6EEFC38935A}" type="presParOf" srcId="{06D184F2-D384-4153-A546-05F6A7FA13F5}" destId="{5E61FA8D-CAF3-4DD8-AD7E-6B4EB665F1BC}" srcOrd="0" destOrd="0" presId="urn:microsoft.com/office/officeart/2005/8/layout/process1"/>
    <dgm:cxn modelId="{1928E523-4BF1-4ECB-97EC-24AE528D3D84}" type="presParOf" srcId="{06D184F2-D384-4153-A546-05F6A7FA13F5}" destId="{6F447633-2161-4E4F-9A60-D1307CBD3AEC}" srcOrd="1" destOrd="0" presId="urn:microsoft.com/office/officeart/2005/8/layout/process1"/>
    <dgm:cxn modelId="{34C2D4A8-A81B-4099-BF63-4BA9AC57B768}" type="presParOf" srcId="{6F447633-2161-4E4F-9A60-D1307CBD3AEC}" destId="{441CB212-AD80-4E6B-94E8-C5AC4633D4F0}" srcOrd="0" destOrd="0" presId="urn:microsoft.com/office/officeart/2005/8/layout/process1"/>
    <dgm:cxn modelId="{973B9DC6-7606-4347-B4B0-BF8A66FB1705}" type="presParOf" srcId="{06D184F2-D384-4153-A546-05F6A7FA13F5}" destId="{FE68FA16-E920-4A40-85BD-49500C5ED28A}" srcOrd="2" destOrd="0" presId="urn:microsoft.com/office/officeart/2005/8/layout/process1"/>
    <dgm:cxn modelId="{EB02BB9D-FA95-46B0-93A7-BED034D2C60C}" type="presParOf" srcId="{06D184F2-D384-4153-A546-05F6A7FA13F5}" destId="{23E8868E-E97F-45F0-8FFB-37174281DC83}" srcOrd="3" destOrd="0" presId="urn:microsoft.com/office/officeart/2005/8/layout/process1"/>
    <dgm:cxn modelId="{E609DDA9-C1BF-4116-B0D9-9D959A2DFFDF}" type="presParOf" srcId="{23E8868E-E97F-45F0-8FFB-37174281DC83}" destId="{721E5D50-08A3-49A6-B8FB-62E270D35D80}" srcOrd="0" destOrd="0" presId="urn:microsoft.com/office/officeart/2005/8/layout/process1"/>
    <dgm:cxn modelId="{41383BBE-8702-4F5C-9409-A7AA3D3FFFED}" type="presParOf" srcId="{06D184F2-D384-4153-A546-05F6A7FA13F5}" destId="{1D481EE7-175C-49E2-81F2-85B2B835DEE7}" srcOrd="4" destOrd="0" presId="urn:microsoft.com/office/officeart/2005/8/layout/process1"/>
    <dgm:cxn modelId="{23470E11-DE4C-4DFB-A888-444D07DE306C}" type="presParOf" srcId="{06D184F2-D384-4153-A546-05F6A7FA13F5}" destId="{3A1F7B0B-E820-4A4E-9EC6-3E4BAC898107}" srcOrd="5" destOrd="0" presId="urn:microsoft.com/office/officeart/2005/8/layout/process1"/>
    <dgm:cxn modelId="{CFD6716C-9BB1-4868-BD25-BD1D00F04CCF}" type="presParOf" srcId="{3A1F7B0B-E820-4A4E-9EC6-3E4BAC898107}" destId="{BD8B9BE3-A7F0-4B05-8973-275E7421530D}" srcOrd="0" destOrd="0" presId="urn:microsoft.com/office/officeart/2005/8/layout/process1"/>
    <dgm:cxn modelId="{BEA68868-E00F-410F-BB23-02FBA1136506}" type="presParOf" srcId="{06D184F2-D384-4153-A546-05F6A7FA13F5}" destId="{69B6C320-336A-4EF2-ACD1-004AC33C6E3C}"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1FA8D-CAF3-4DD8-AD7E-6B4EB665F1BC}">
      <dsp:nvSpPr>
        <dsp:cNvPr id="0" name=""/>
        <dsp:cNvSpPr/>
      </dsp:nvSpPr>
      <dsp:spPr>
        <a:xfrm>
          <a:off x="4083" y="0"/>
          <a:ext cx="1785542" cy="56728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LLM</a:t>
          </a:r>
          <a:endParaRPr lang="zh-CN" altLang="en-US" sz="1800" b="1" kern="1200" dirty="0"/>
        </a:p>
      </dsp:txBody>
      <dsp:txXfrm>
        <a:off x="20698" y="16615"/>
        <a:ext cx="1752312" cy="534051"/>
      </dsp:txXfrm>
    </dsp:sp>
    <dsp:sp modelId="{6F447633-2161-4E4F-9A60-D1307CBD3AEC}">
      <dsp:nvSpPr>
        <dsp:cNvPr id="0" name=""/>
        <dsp:cNvSpPr/>
      </dsp:nvSpPr>
      <dsp:spPr>
        <a:xfrm>
          <a:off x="1968180" y="62233"/>
          <a:ext cx="378534" cy="44281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1968180" y="150796"/>
        <a:ext cx="264974" cy="265688"/>
      </dsp:txXfrm>
    </dsp:sp>
    <dsp:sp modelId="{FE68FA16-E920-4A40-85BD-49500C5ED28A}">
      <dsp:nvSpPr>
        <dsp:cNvPr id="0" name=""/>
        <dsp:cNvSpPr/>
      </dsp:nvSpPr>
      <dsp:spPr>
        <a:xfrm>
          <a:off x="2503843" y="0"/>
          <a:ext cx="1785542" cy="56728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a:t>Agent</a:t>
          </a:r>
          <a:endParaRPr lang="en-US" altLang="zh-CN" sz="1800" b="1" kern="1200" dirty="0"/>
        </a:p>
      </dsp:txBody>
      <dsp:txXfrm>
        <a:off x="2520458" y="16615"/>
        <a:ext cx="1752312" cy="534051"/>
      </dsp:txXfrm>
    </dsp:sp>
    <dsp:sp modelId="{23E8868E-E97F-45F0-8FFB-37174281DC83}">
      <dsp:nvSpPr>
        <dsp:cNvPr id="0" name=""/>
        <dsp:cNvSpPr/>
      </dsp:nvSpPr>
      <dsp:spPr>
        <a:xfrm>
          <a:off x="4467939" y="62233"/>
          <a:ext cx="378534" cy="442814"/>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4467939" y="150796"/>
        <a:ext cx="264974" cy="265688"/>
      </dsp:txXfrm>
    </dsp:sp>
    <dsp:sp modelId="{1D481EE7-175C-49E2-81F2-85B2B835DEE7}">
      <dsp:nvSpPr>
        <dsp:cNvPr id="0" name=""/>
        <dsp:cNvSpPr/>
      </dsp:nvSpPr>
      <dsp:spPr>
        <a:xfrm>
          <a:off x="5003602" y="0"/>
          <a:ext cx="1785542" cy="56728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a:t>Memory</a:t>
          </a:r>
          <a:endParaRPr lang="en-US" altLang="zh-CN" sz="1800" b="1" kern="1200" dirty="0"/>
        </a:p>
      </dsp:txBody>
      <dsp:txXfrm>
        <a:off x="5020217" y="16615"/>
        <a:ext cx="1752312" cy="534051"/>
      </dsp:txXfrm>
    </dsp:sp>
    <dsp:sp modelId="{3A1F7B0B-E820-4A4E-9EC6-3E4BAC898107}">
      <dsp:nvSpPr>
        <dsp:cNvPr id="0" name=""/>
        <dsp:cNvSpPr/>
      </dsp:nvSpPr>
      <dsp:spPr>
        <a:xfrm>
          <a:off x="6967699" y="62233"/>
          <a:ext cx="378534" cy="44281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6967699" y="150796"/>
        <a:ext cx="264974" cy="265688"/>
      </dsp:txXfrm>
    </dsp:sp>
    <dsp:sp modelId="{69B6C320-336A-4EF2-ACD1-004AC33C6E3C}">
      <dsp:nvSpPr>
        <dsp:cNvPr id="0" name=""/>
        <dsp:cNvSpPr/>
      </dsp:nvSpPr>
      <dsp:spPr>
        <a:xfrm>
          <a:off x="7503361" y="0"/>
          <a:ext cx="1785542" cy="56728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Context graph</a:t>
          </a:r>
        </a:p>
      </dsp:txBody>
      <dsp:txXfrm>
        <a:off x="7519976" y="16615"/>
        <a:ext cx="1752312" cy="5340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1FA8D-CAF3-4DD8-AD7E-6B4EB665F1BC}">
      <dsp:nvSpPr>
        <dsp:cNvPr id="0" name=""/>
        <dsp:cNvSpPr/>
      </dsp:nvSpPr>
      <dsp:spPr>
        <a:xfrm>
          <a:off x="4083" y="0"/>
          <a:ext cx="1785542" cy="567281"/>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LLM</a:t>
          </a:r>
          <a:endParaRPr lang="zh-CN" altLang="en-US" sz="1800" b="1" kern="1200" dirty="0"/>
        </a:p>
      </dsp:txBody>
      <dsp:txXfrm>
        <a:off x="20698" y="16615"/>
        <a:ext cx="1752312" cy="534051"/>
      </dsp:txXfrm>
    </dsp:sp>
    <dsp:sp modelId="{6F447633-2161-4E4F-9A60-D1307CBD3AEC}">
      <dsp:nvSpPr>
        <dsp:cNvPr id="0" name=""/>
        <dsp:cNvSpPr/>
      </dsp:nvSpPr>
      <dsp:spPr>
        <a:xfrm>
          <a:off x="1968180" y="62233"/>
          <a:ext cx="378534" cy="442814"/>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1968180" y="150796"/>
        <a:ext cx="264974" cy="265688"/>
      </dsp:txXfrm>
    </dsp:sp>
    <dsp:sp modelId="{FE68FA16-E920-4A40-85BD-49500C5ED28A}">
      <dsp:nvSpPr>
        <dsp:cNvPr id="0" name=""/>
        <dsp:cNvSpPr/>
      </dsp:nvSpPr>
      <dsp:spPr>
        <a:xfrm>
          <a:off x="2503843" y="0"/>
          <a:ext cx="1785542" cy="567281"/>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a:t>Agent</a:t>
          </a:r>
          <a:endParaRPr lang="en-US" altLang="zh-CN" sz="1800" b="1" kern="1200" dirty="0"/>
        </a:p>
      </dsp:txBody>
      <dsp:txXfrm>
        <a:off x="2520458" y="16615"/>
        <a:ext cx="1752312" cy="534051"/>
      </dsp:txXfrm>
    </dsp:sp>
    <dsp:sp modelId="{23E8868E-E97F-45F0-8FFB-37174281DC83}">
      <dsp:nvSpPr>
        <dsp:cNvPr id="0" name=""/>
        <dsp:cNvSpPr/>
      </dsp:nvSpPr>
      <dsp:spPr>
        <a:xfrm>
          <a:off x="4467939" y="62233"/>
          <a:ext cx="378534" cy="442814"/>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4467939" y="150796"/>
        <a:ext cx="264974" cy="265688"/>
      </dsp:txXfrm>
    </dsp:sp>
    <dsp:sp modelId="{1D481EE7-175C-49E2-81F2-85B2B835DEE7}">
      <dsp:nvSpPr>
        <dsp:cNvPr id="0" name=""/>
        <dsp:cNvSpPr/>
      </dsp:nvSpPr>
      <dsp:spPr>
        <a:xfrm>
          <a:off x="5003602" y="0"/>
          <a:ext cx="1785542" cy="567281"/>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a:t>Memory</a:t>
          </a:r>
          <a:endParaRPr lang="en-US" altLang="zh-CN" sz="1800" b="1" kern="1200" dirty="0"/>
        </a:p>
      </dsp:txBody>
      <dsp:txXfrm>
        <a:off x="5020217" y="16615"/>
        <a:ext cx="1752312" cy="534051"/>
      </dsp:txXfrm>
    </dsp:sp>
    <dsp:sp modelId="{3A1F7B0B-E820-4A4E-9EC6-3E4BAC898107}">
      <dsp:nvSpPr>
        <dsp:cNvPr id="0" name=""/>
        <dsp:cNvSpPr/>
      </dsp:nvSpPr>
      <dsp:spPr>
        <a:xfrm>
          <a:off x="6967699" y="62233"/>
          <a:ext cx="378534" cy="442814"/>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b="1" kern="1200"/>
        </a:p>
      </dsp:txBody>
      <dsp:txXfrm>
        <a:off x="6967699" y="150796"/>
        <a:ext cx="264974" cy="265688"/>
      </dsp:txXfrm>
    </dsp:sp>
    <dsp:sp modelId="{69B6C320-336A-4EF2-ACD1-004AC33C6E3C}">
      <dsp:nvSpPr>
        <dsp:cNvPr id="0" name=""/>
        <dsp:cNvSpPr/>
      </dsp:nvSpPr>
      <dsp:spPr>
        <a:xfrm>
          <a:off x="7503361" y="0"/>
          <a:ext cx="1785542" cy="567281"/>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t>Context graph</a:t>
          </a:r>
        </a:p>
      </dsp:txBody>
      <dsp:txXfrm>
        <a:off x="7519976" y="16615"/>
        <a:ext cx="1752312" cy="53405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CCC57D-6665-2C9D-1503-96A762E0EFD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91289C6-3E89-A22F-A7A1-F584941455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F71EC5E-53D1-8A4E-80F9-B47E032946AF}"/>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590E3A00-3121-20B9-D402-48AABC32C31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EB283D9-2C07-6522-6248-8FCC21DE6FCE}"/>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3342949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0B95E5-9A75-BC21-701D-E15F9DBEDE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3014CE7-4F79-7678-F42E-CFA2B8DFF6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51104C-5E3C-9D9B-6FA1-6D686F8BEF84}"/>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A1180EF9-8E5D-D39D-F7E7-6DD3C0B71F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B0BE42-4ABC-4D36-7453-E3CD6D594907}"/>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372417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E8B0D2-A359-B7BA-A831-93DA7F7B7EA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EA50103-C87B-51FC-F08D-55CC5553CC4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6185844-C72F-C78E-29E1-D78327D213C0}"/>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30B26A19-C250-7DDB-CC8D-1831196975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4569E1B-098D-B6C8-49B5-7128927ABEAC}"/>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794356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99B0B-903F-8DC0-E536-4E1B7AA0EA3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D23D9DA-AFB5-D410-3644-F9C216A8B32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4972425-352A-A07F-228D-6260122113C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A6E8412-346A-FC9B-E998-AFD37450DB28}"/>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6" name="页脚占位符 5">
            <a:extLst>
              <a:ext uri="{FF2B5EF4-FFF2-40B4-BE49-F238E27FC236}">
                <a16:creationId xmlns:a16="http://schemas.microsoft.com/office/drawing/2014/main" id="{2B4548A5-17AF-0532-0EB5-822432510C6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903A5D-D701-5B59-E650-D2854105AB86}"/>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1459913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76ADFE-6E8E-899E-4C74-25638994280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7E32C7A-902E-1730-2045-5546E39A55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CE61187-2155-083B-5797-245DA106812E}"/>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BFD7991-4107-18F8-7DDB-F6803FE6B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F1A238C-4377-A844-A84E-C9F0EC37B3D8}"/>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EBB5828-1499-7445-67ED-2AA383E9400D}"/>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8" name="页脚占位符 7">
            <a:extLst>
              <a:ext uri="{FF2B5EF4-FFF2-40B4-BE49-F238E27FC236}">
                <a16:creationId xmlns:a16="http://schemas.microsoft.com/office/drawing/2014/main" id="{7E38A935-BA02-481A-CE8D-557E8F57D6C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315752-90CF-1283-1B23-F6EFFC06B986}"/>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1787810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E95228-378B-45A7-A2BC-719B5DC1164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BD8935E-8D05-E869-2EB0-F7ED034BE859}"/>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4" name="页脚占位符 3">
            <a:extLst>
              <a:ext uri="{FF2B5EF4-FFF2-40B4-BE49-F238E27FC236}">
                <a16:creationId xmlns:a16="http://schemas.microsoft.com/office/drawing/2014/main" id="{A833B317-2FCE-3AC6-076A-10C7125B2E5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0A8A755-C74D-26E8-0F5F-CC9EDD0BA379}"/>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3433064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8FD15FB-8018-0C64-BDBF-1AD78988E745}"/>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3" name="页脚占位符 2">
            <a:extLst>
              <a:ext uri="{FF2B5EF4-FFF2-40B4-BE49-F238E27FC236}">
                <a16:creationId xmlns:a16="http://schemas.microsoft.com/office/drawing/2014/main" id="{C24ED5CD-9A55-2495-6147-11CF032FB91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F137833-FF22-9E22-7BFE-9750DA8457E0}"/>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398904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BB2EC7-7D8C-942F-60F7-E98777458AC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E1E9593-0290-90B3-3508-DBF71DA874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8E15243-D976-11BE-C440-191BF5E20F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C266A5A-BEC9-7CF3-08DD-797A8FD38317}"/>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6" name="页脚占位符 5">
            <a:extLst>
              <a:ext uri="{FF2B5EF4-FFF2-40B4-BE49-F238E27FC236}">
                <a16:creationId xmlns:a16="http://schemas.microsoft.com/office/drawing/2014/main" id="{2D4D96B8-FF91-4E69-C097-B562EAADBE8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E503DC4-4B05-8F80-2E66-5FB601485D4C}"/>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24067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848FB2-5362-177C-7122-AB8C3A6E658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BC8641D-4091-0A0B-2D13-03BE7C7FBA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532173C-A12A-DEAD-833B-F3C3D2EE0B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905ABA5-3019-7919-2515-21E26FE642E7}"/>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6" name="页脚占位符 5">
            <a:extLst>
              <a:ext uri="{FF2B5EF4-FFF2-40B4-BE49-F238E27FC236}">
                <a16:creationId xmlns:a16="http://schemas.microsoft.com/office/drawing/2014/main" id="{644413E3-9F2D-EF23-586A-2717DDCEDAB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673B41-3FEB-D38A-C3C2-4DBAA35AC8AD}"/>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770499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7AB4A-6422-A262-AD3A-0DBA24D6537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ED42E3D-44EC-DA26-71E5-5095B937BC8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4CCBA20-6BB0-874D-AFE0-84A757AB5DA7}"/>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8304D59C-B417-4B87-B127-CE343E1A51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1B774C0-8A7D-BE5E-1500-F91FD870512E}"/>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2070420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D1D5CD-E38A-B5B0-77C1-F29C6E1A0BD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2E8466-9FF6-C689-7AE2-FBC210A2B15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D94B6A-E9C2-EF6E-1B5D-429DE14E61D8}"/>
              </a:ext>
            </a:extLst>
          </p:cNvPr>
          <p:cNvSpPr>
            <a:spLocks noGrp="1"/>
          </p:cNvSpPr>
          <p:nvPr>
            <p:ph type="dt" sz="half" idx="10"/>
          </p:nvPr>
        </p:nvSpPr>
        <p:spPr/>
        <p:txBody>
          <a:body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88CCE3A2-6B08-5245-35CD-3DC5957E89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CCBF81-84C7-F6AC-0E7C-475763711EA7}"/>
              </a:ext>
            </a:extLst>
          </p:cNvPr>
          <p:cNvSpPr>
            <a:spLocks noGrp="1"/>
          </p:cNvSpPr>
          <p:nvPr>
            <p:ph type="sldNum" sz="quarter" idx="12"/>
          </p:nvPr>
        </p:nvSpPr>
        <p:spPr/>
        <p:txBody>
          <a:body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3732157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C16E979-7F29-225C-B246-3609CF126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62679A-31B0-CD65-87AB-96BE8D4DE94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BEA365-6693-0DE8-0543-899F7995A0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7C3A22-4432-47E6-9A2A-B740A9417D24}" type="datetimeFigureOut">
              <a:rPr lang="zh-CN" altLang="en-US" smtClean="0"/>
              <a:t>2026/1/19</a:t>
            </a:fld>
            <a:endParaRPr lang="zh-CN" altLang="en-US"/>
          </a:p>
        </p:txBody>
      </p:sp>
      <p:sp>
        <p:nvSpPr>
          <p:cNvPr id="5" name="页脚占位符 4">
            <a:extLst>
              <a:ext uri="{FF2B5EF4-FFF2-40B4-BE49-F238E27FC236}">
                <a16:creationId xmlns:a16="http://schemas.microsoft.com/office/drawing/2014/main" id="{C082576C-1348-ADB7-2CF0-6AEAB780AA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949F5CE-685A-4C71-B08E-19A02E3FE8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54872E-9C9A-4AEE-ABB8-D089389BE6B4}" type="slidenum">
              <a:rPr lang="zh-CN" altLang="en-US" smtClean="0"/>
              <a:t>‹#›</a:t>
            </a:fld>
            <a:endParaRPr lang="zh-CN" altLang="en-US"/>
          </a:p>
        </p:txBody>
      </p:sp>
    </p:spTree>
    <p:extLst>
      <p:ext uri="{BB962C8B-B14F-4D97-AF65-F5344CB8AC3E}">
        <p14:creationId xmlns:p14="http://schemas.microsoft.com/office/powerpoint/2010/main" val="1066695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image" Target="../media/image1.png"/><Relationship Id="rId12" Type="http://schemas.openxmlformats.org/officeDocument/2006/relationships/image" Target="../media/image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openxmlformats.org/officeDocument/2006/relationships/image" Target="../media/image4.png"/><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2.xml"/><Relationship Id="rId7" Type="http://schemas.openxmlformats.org/officeDocument/2006/relationships/image" Target="../media/image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11.png"/><Relationship Id="rId4" Type="http://schemas.openxmlformats.org/officeDocument/2006/relationships/diagramQuickStyle" Target="../diagrams/quickStyle2.xml"/><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0FF94-D3D8-9981-72D3-449EB4747833}"/>
              </a:ext>
            </a:extLst>
          </p:cNvPr>
          <p:cNvSpPr>
            <a:spLocks noGrp="1"/>
          </p:cNvSpPr>
          <p:nvPr>
            <p:ph type="ctrTitle"/>
          </p:nvPr>
        </p:nvSpPr>
        <p:spPr/>
        <p:txBody>
          <a:bodyPr/>
          <a:lstStyle/>
          <a:p>
            <a:r>
              <a:rPr lang="en-US" altLang="zh-CN" dirty="0"/>
              <a:t>Context Graph</a:t>
            </a:r>
            <a:endParaRPr lang="zh-CN" altLang="en-US" dirty="0"/>
          </a:p>
        </p:txBody>
      </p:sp>
      <p:sp>
        <p:nvSpPr>
          <p:cNvPr id="3" name="副标题 2">
            <a:extLst>
              <a:ext uri="{FF2B5EF4-FFF2-40B4-BE49-F238E27FC236}">
                <a16:creationId xmlns:a16="http://schemas.microsoft.com/office/drawing/2014/main" id="{94A3B991-AA2C-F2B4-6DCD-2EC348DC9B7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19342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83BC29-156A-AF5A-FE9D-FE582813FD3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C88D8384-C553-91C2-A307-B3CEE6B58EBB}"/>
              </a:ext>
            </a:extLst>
          </p:cNvPr>
          <p:cNvSpPr txBox="1"/>
          <p:nvPr/>
        </p:nvSpPr>
        <p:spPr>
          <a:xfrm>
            <a:off x="1069008" y="459604"/>
            <a:ext cx="9267687" cy="5909310"/>
          </a:xfrm>
          <a:prstGeom prst="rect">
            <a:avLst/>
          </a:prstGeom>
          <a:noFill/>
        </p:spPr>
        <p:txBody>
          <a:bodyPr wrap="square">
            <a:spAutoFit/>
          </a:bodyPr>
          <a:lstStyle/>
          <a:p>
            <a:r>
              <a:rPr lang="en-US" altLang="zh-CN" b="1" dirty="0"/>
              <a:t>Trajectory &amp; Process Forensics </a:t>
            </a:r>
          </a:p>
          <a:p>
            <a:r>
              <a:rPr lang="en-US" altLang="zh-CN" dirty="0"/>
              <a:t>This domain focuses on how the agent arrived at a solution, not just if it arrived. It treats the agent's execution path (the "trajectory") as the primary object of study. </a:t>
            </a:r>
          </a:p>
          <a:p>
            <a:endParaRPr lang="en-US" altLang="zh-CN" dirty="0"/>
          </a:p>
          <a:p>
            <a:r>
              <a:rPr lang="en-US" altLang="zh-CN" dirty="0"/>
              <a:t>• Thought-Action Alignment: Researching whether the agent's internal "reasoning trace" (Chain of Thought) actually matches its external tool usage. A common failure mode is an agent planning to "check the file size" but executing a rm -rf command.</a:t>
            </a:r>
            <a:r>
              <a:rPr lang="zh-CN" altLang="en-US" b="1" dirty="0"/>
              <a:t>思维</a:t>
            </a:r>
            <a:r>
              <a:rPr lang="en-US" altLang="zh-CN" b="1" dirty="0"/>
              <a:t>-</a:t>
            </a:r>
            <a:r>
              <a:rPr lang="zh-CN" altLang="en-US" b="1" dirty="0"/>
              <a:t>行动一致性：</a:t>
            </a:r>
            <a:r>
              <a:rPr lang="zh-CN" altLang="en-US" dirty="0"/>
              <a:t>研究智能体的内部“推理轨迹”（思维链）是否与其外部工具使用情况相符。常见的失败模式是智能体计划“检查文件大小”，但实际执行的是 </a:t>
            </a:r>
            <a:r>
              <a:rPr lang="en-US" altLang="zh-CN" dirty="0"/>
              <a:t>`rm -rf` </a:t>
            </a:r>
            <a:r>
              <a:rPr lang="zh-CN" altLang="en-US" dirty="0"/>
              <a:t>命令。</a:t>
            </a:r>
            <a:endParaRPr lang="en-US" altLang="zh-CN" dirty="0"/>
          </a:p>
          <a:p>
            <a:endParaRPr lang="en-US" altLang="zh-CN" dirty="0"/>
          </a:p>
          <a:p>
            <a:r>
              <a:rPr lang="en-US" altLang="zh-CN" dirty="0"/>
              <a:t>• Loop Detection &amp; Stagnation Analysis: Developing algorithms to detect "semantic loops" where an agent repeatedly runs the same failing test or edits the same file without progress, often burning through token budgets.  </a:t>
            </a:r>
            <a:r>
              <a:rPr lang="zh-CN" altLang="en-US" b="1" dirty="0"/>
              <a:t>循环检测与停滞分析</a:t>
            </a:r>
            <a:r>
              <a:rPr lang="zh-CN" altLang="en-US" dirty="0"/>
              <a:t>：开发算法来检测“语义循环”，即智能体反复运行相同的失败测试或编辑同一文件而没有取得任何进展，通常会耗尽令牌预算。</a:t>
            </a:r>
            <a:endParaRPr lang="en-US" altLang="zh-CN" dirty="0"/>
          </a:p>
          <a:p>
            <a:endParaRPr lang="en-US" altLang="zh-CN" dirty="0"/>
          </a:p>
          <a:p>
            <a:r>
              <a:rPr lang="en-US" altLang="zh-CN" dirty="0"/>
              <a:t>• Step-wise Efficiency (Trajectory Scoring): Instead of binary success, this domain assigns costs to every step. Research here focuses on "Minimum Viable Trajectories"—calculating the theoretical shortest path to a bug fix and measuring the agent's deviation from it. </a:t>
            </a:r>
            <a:r>
              <a:rPr lang="zh-CN" altLang="en-US" b="1" dirty="0"/>
              <a:t>分步效率（轨迹评分）</a:t>
            </a:r>
            <a:r>
              <a:rPr lang="zh-CN" altLang="en-US" dirty="0"/>
              <a:t>：该领域不采用二元成功标准，而是为每一步分配成本。此领域的研究重点是“最小可行轨迹”</a:t>
            </a:r>
            <a:r>
              <a:rPr lang="en-US" altLang="zh-CN" dirty="0"/>
              <a:t>——</a:t>
            </a:r>
            <a:r>
              <a:rPr lang="zh-CN" altLang="en-US" dirty="0"/>
              <a:t>计算修复错误理论上的最短路径，并衡量智能体与该路径的偏差。</a:t>
            </a:r>
          </a:p>
        </p:txBody>
      </p:sp>
    </p:spTree>
    <p:extLst>
      <p:ext uri="{BB962C8B-B14F-4D97-AF65-F5344CB8AC3E}">
        <p14:creationId xmlns:p14="http://schemas.microsoft.com/office/powerpoint/2010/main" val="3643150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5312E9-02B4-7CED-68A1-9C38F10232AC}"/>
              </a:ext>
            </a:extLst>
          </p:cNvPr>
          <p:cNvSpPr>
            <a:spLocks noGrp="1"/>
          </p:cNvSpPr>
          <p:nvPr>
            <p:ph type="title"/>
          </p:nvPr>
        </p:nvSpPr>
        <p:spPr>
          <a:xfrm>
            <a:off x="838200" y="365126"/>
            <a:ext cx="10515600" cy="686214"/>
          </a:xfrm>
        </p:spPr>
        <p:txBody>
          <a:bodyPr>
            <a:normAutofit/>
          </a:bodyPr>
          <a:lstStyle/>
          <a:p>
            <a:r>
              <a:rPr lang="en-US" altLang="zh-CN" sz="3600" b="1" dirty="0">
                <a:highlight>
                  <a:srgbClr val="FFFF00"/>
                </a:highlight>
              </a:rPr>
              <a:t>What and why </a:t>
            </a:r>
            <a:r>
              <a:rPr lang="en-US" altLang="zh-CN" sz="3600" b="1" dirty="0"/>
              <a:t>Context Graph?</a:t>
            </a:r>
            <a:endParaRPr lang="zh-CN" altLang="en-US" sz="3600" b="1" dirty="0"/>
          </a:p>
        </p:txBody>
      </p:sp>
      <p:graphicFrame>
        <p:nvGraphicFramePr>
          <p:cNvPr id="4" name="内容占位符 3">
            <a:extLst>
              <a:ext uri="{FF2B5EF4-FFF2-40B4-BE49-F238E27FC236}">
                <a16:creationId xmlns:a16="http://schemas.microsoft.com/office/drawing/2014/main" id="{75DC70F1-0C35-F48A-29BF-0BBF8B862404}"/>
              </a:ext>
            </a:extLst>
          </p:cNvPr>
          <p:cNvGraphicFramePr>
            <a:graphicFrameLocks noGrp="1"/>
          </p:cNvGraphicFramePr>
          <p:nvPr>
            <p:ph idx="1"/>
            <p:extLst>
              <p:ext uri="{D42A27DB-BD31-4B8C-83A1-F6EECF244321}">
                <p14:modId xmlns:p14="http://schemas.microsoft.com/office/powerpoint/2010/main" val="772603802"/>
              </p:ext>
            </p:extLst>
          </p:nvPr>
        </p:nvGraphicFramePr>
        <p:xfrm>
          <a:off x="1625221" y="1534474"/>
          <a:ext cx="9292988" cy="567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图片 5" descr="图形用户界面, 文本, 应用程序, 电子邮件&#10;&#10;AI 生成的内容可能不正确。">
            <a:extLst>
              <a:ext uri="{FF2B5EF4-FFF2-40B4-BE49-F238E27FC236}">
                <a16:creationId xmlns:a16="http://schemas.microsoft.com/office/drawing/2014/main" id="{8FDB5827-6B3D-E774-6418-BFC6C9019ABA}"/>
              </a:ext>
            </a:extLst>
          </p:cNvPr>
          <p:cNvPicPr>
            <a:picLocks noChangeAspect="1"/>
          </p:cNvPicPr>
          <p:nvPr/>
        </p:nvPicPr>
        <p:blipFill>
          <a:blip r:embed="rId7"/>
          <a:stretch>
            <a:fillRect/>
          </a:stretch>
        </p:blipFill>
        <p:spPr>
          <a:xfrm>
            <a:off x="108095" y="2502089"/>
            <a:ext cx="3340582" cy="3127612"/>
          </a:xfrm>
          <a:prstGeom prst="rect">
            <a:avLst/>
          </a:prstGeom>
        </p:spPr>
      </p:pic>
      <p:pic>
        <p:nvPicPr>
          <p:cNvPr id="8" name="图片 7" descr="表格&#10;&#10;AI 生成的内容可能不正确。">
            <a:extLst>
              <a:ext uri="{FF2B5EF4-FFF2-40B4-BE49-F238E27FC236}">
                <a16:creationId xmlns:a16="http://schemas.microsoft.com/office/drawing/2014/main" id="{320A102A-7D4F-A0CE-2E98-8CE4104C17C4}"/>
              </a:ext>
            </a:extLst>
          </p:cNvPr>
          <p:cNvPicPr>
            <a:picLocks noChangeAspect="1"/>
          </p:cNvPicPr>
          <p:nvPr/>
        </p:nvPicPr>
        <p:blipFill>
          <a:blip r:embed="rId8"/>
          <a:srcRect t="9283"/>
          <a:stretch>
            <a:fillRect/>
          </a:stretch>
        </p:blipFill>
        <p:spPr>
          <a:xfrm>
            <a:off x="3524621" y="2586615"/>
            <a:ext cx="3148010" cy="2743200"/>
          </a:xfrm>
          <a:prstGeom prst="rect">
            <a:avLst/>
          </a:prstGeom>
        </p:spPr>
      </p:pic>
      <p:pic>
        <p:nvPicPr>
          <p:cNvPr id="16" name="图片 15" descr="文本&#10;&#10;AI 生成的内容可能不正确。">
            <a:extLst>
              <a:ext uri="{FF2B5EF4-FFF2-40B4-BE49-F238E27FC236}">
                <a16:creationId xmlns:a16="http://schemas.microsoft.com/office/drawing/2014/main" id="{AEBB5A8E-2D0E-5DA2-1FC1-9F135B907D8E}"/>
              </a:ext>
            </a:extLst>
          </p:cNvPr>
          <p:cNvPicPr>
            <a:picLocks noChangeAspect="1"/>
          </p:cNvPicPr>
          <p:nvPr/>
        </p:nvPicPr>
        <p:blipFill>
          <a:blip r:embed="rId9"/>
          <a:stretch>
            <a:fillRect/>
          </a:stretch>
        </p:blipFill>
        <p:spPr>
          <a:xfrm>
            <a:off x="3502925" y="5360018"/>
            <a:ext cx="3427568" cy="1382311"/>
          </a:xfrm>
          <a:prstGeom prst="rect">
            <a:avLst/>
          </a:prstGeom>
        </p:spPr>
      </p:pic>
      <p:sp>
        <p:nvSpPr>
          <p:cNvPr id="18" name="文本框 17">
            <a:extLst>
              <a:ext uri="{FF2B5EF4-FFF2-40B4-BE49-F238E27FC236}">
                <a16:creationId xmlns:a16="http://schemas.microsoft.com/office/drawing/2014/main" id="{4BCC962C-11BF-BD57-32B8-45CD15AF164B}"/>
              </a:ext>
            </a:extLst>
          </p:cNvPr>
          <p:cNvSpPr txBox="1"/>
          <p:nvPr/>
        </p:nvSpPr>
        <p:spPr>
          <a:xfrm>
            <a:off x="5049671" y="1225602"/>
            <a:ext cx="6096000" cy="369332"/>
          </a:xfrm>
          <a:prstGeom prst="rect">
            <a:avLst/>
          </a:prstGeom>
          <a:noFill/>
        </p:spPr>
        <p:txBody>
          <a:bodyPr wrap="square">
            <a:spAutoFit/>
          </a:bodyPr>
          <a:lstStyle/>
          <a:p>
            <a:r>
              <a:rPr lang="en-US" altLang="zh-CN" dirty="0"/>
              <a:t>Agent </a:t>
            </a:r>
            <a:r>
              <a:rPr lang="zh-CN" altLang="en-US" dirty="0"/>
              <a:t>需要记住过去的经验 → 需要 </a:t>
            </a:r>
            <a:r>
              <a:rPr lang="en-US" altLang="zh-CN" dirty="0"/>
              <a:t>Memory</a:t>
            </a:r>
            <a:endParaRPr lang="zh-CN" altLang="en-US" dirty="0"/>
          </a:p>
        </p:txBody>
      </p:sp>
      <p:sp>
        <p:nvSpPr>
          <p:cNvPr id="20" name="文本框 19">
            <a:extLst>
              <a:ext uri="{FF2B5EF4-FFF2-40B4-BE49-F238E27FC236}">
                <a16:creationId xmlns:a16="http://schemas.microsoft.com/office/drawing/2014/main" id="{0130BF5C-8F35-C12C-C53C-2A8B1C9E1462}"/>
              </a:ext>
            </a:extLst>
          </p:cNvPr>
          <p:cNvSpPr txBox="1"/>
          <p:nvPr/>
        </p:nvSpPr>
        <p:spPr>
          <a:xfrm>
            <a:off x="1414818" y="2180945"/>
            <a:ext cx="6096000" cy="369332"/>
          </a:xfrm>
          <a:prstGeom prst="rect">
            <a:avLst/>
          </a:prstGeom>
          <a:noFill/>
        </p:spPr>
        <p:txBody>
          <a:bodyPr wrap="square">
            <a:spAutoFit/>
          </a:bodyPr>
          <a:lstStyle/>
          <a:p>
            <a:r>
              <a:rPr lang="en-US" altLang="zh-CN" dirty="0"/>
              <a:t>Agent = LLM + </a:t>
            </a:r>
            <a:r>
              <a:rPr lang="zh-CN" altLang="en-US" dirty="0"/>
              <a:t>工具调用能力 </a:t>
            </a:r>
            <a:r>
              <a:rPr lang="en-US" altLang="zh-CN" dirty="0"/>
              <a:t>+ </a:t>
            </a:r>
            <a:r>
              <a:rPr lang="zh-CN" altLang="en-US" dirty="0"/>
              <a:t>循环执行</a:t>
            </a:r>
          </a:p>
        </p:txBody>
      </p:sp>
      <p:sp>
        <p:nvSpPr>
          <p:cNvPr id="22" name="文本框 21">
            <a:extLst>
              <a:ext uri="{FF2B5EF4-FFF2-40B4-BE49-F238E27FC236}">
                <a16:creationId xmlns:a16="http://schemas.microsoft.com/office/drawing/2014/main" id="{03596867-594F-DA47-FC7F-2EE8B8B03FA5}"/>
              </a:ext>
            </a:extLst>
          </p:cNvPr>
          <p:cNvSpPr txBox="1"/>
          <p:nvPr/>
        </p:nvSpPr>
        <p:spPr>
          <a:xfrm>
            <a:off x="6255224" y="2199143"/>
            <a:ext cx="6096000" cy="369332"/>
          </a:xfrm>
          <a:prstGeom prst="rect">
            <a:avLst/>
          </a:prstGeom>
          <a:noFill/>
        </p:spPr>
        <p:txBody>
          <a:bodyPr wrap="square">
            <a:spAutoFit/>
          </a:bodyPr>
          <a:lstStyle/>
          <a:p>
            <a:r>
              <a:rPr lang="en-US" altLang="zh-CN" dirty="0"/>
              <a:t>Memory = </a:t>
            </a:r>
            <a:r>
              <a:rPr lang="zh-CN" altLang="en-US" dirty="0"/>
              <a:t>存储 </a:t>
            </a:r>
            <a:r>
              <a:rPr lang="en-US" altLang="zh-CN" dirty="0"/>
              <a:t>Agent </a:t>
            </a:r>
            <a:r>
              <a:rPr lang="zh-CN" altLang="en-US" dirty="0"/>
              <a:t>的历史信息，在需要时检索出来</a:t>
            </a:r>
          </a:p>
        </p:txBody>
      </p:sp>
      <p:pic>
        <p:nvPicPr>
          <p:cNvPr id="24" name="图片 23" descr="图示&#10;&#10;AI 生成的内容可能不正确。">
            <a:extLst>
              <a:ext uri="{FF2B5EF4-FFF2-40B4-BE49-F238E27FC236}">
                <a16:creationId xmlns:a16="http://schemas.microsoft.com/office/drawing/2014/main" id="{53C9E596-6F5A-FAE6-A181-43819A051130}"/>
              </a:ext>
            </a:extLst>
          </p:cNvPr>
          <p:cNvPicPr>
            <a:picLocks noChangeAspect="1"/>
          </p:cNvPicPr>
          <p:nvPr/>
        </p:nvPicPr>
        <p:blipFill>
          <a:blip r:embed="rId10"/>
          <a:stretch>
            <a:fillRect/>
          </a:stretch>
        </p:blipFill>
        <p:spPr>
          <a:xfrm>
            <a:off x="6780502" y="2624918"/>
            <a:ext cx="2806593" cy="2367887"/>
          </a:xfrm>
          <a:prstGeom prst="rect">
            <a:avLst/>
          </a:prstGeom>
        </p:spPr>
      </p:pic>
      <p:pic>
        <p:nvPicPr>
          <p:cNvPr id="26" name="图片 25" descr="图形用户界面, 文本, 应用程序, 电子邮件&#10;&#10;AI 生成的内容可能不正确。">
            <a:extLst>
              <a:ext uri="{FF2B5EF4-FFF2-40B4-BE49-F238E27FC236}">
                <a16:creationId xmlns:a16="http://schemas.microsoft.com/office/drawing/2014/main" id="{0D23711A-F5A0-0308-4F8E-5B2D91D7A68E}"/>
              </a:ext>
            </a:extLst>
          </p:cNvPr>
          <p:cNvPicPr>
            <a:picLocks noChangeAspect="1"/>
          </p:cNvPicPr>
          <p:nvPr/>
        </p:nvPicPr>
        <p:blipFill>
          <a:blip r:embed="rId11"/>
          <a:stretch>
            <a:fillRect/>
          </a:stretch>
        </p:blipFill>
        <p:spPr>
          <a:xfrm>
            <a:off x="6714698" y="4965196"/>
            <a:ext cx="3013521" cy="912440"/>
          </a:xfrm>
          <a:prstGeom prst="rect">
            <a:avLst/>
          </a:prstGeom>
        </p:spPr>
      </p:pic>
      <p:pic>
        <p:nvPicPr>
          <p:cNvPr id="28" name="图片 27" descr="表格&#10;&#10;AI 生成的内容可能不正确。">
            <a:extLst>
              <a:ext uri="{FF2B5EF4-FFF2-40B4-BE49-F238E27FC236}">
                <a16:creationId xmlns:a16="http://schemas.microsoft.com/office/drawing/2014/main" id="{87264409-A896-AA74-D05C-63DD37A24856}"/>
              </a:ext>
            </a:extLst>
          </p:cNvPr>
          <p:cNvPicPr>
            <a:picLocks noChangeAspect="1"/>
          </p:cNvPicPr>
          <p:nvPr/>
        </p:nvPicPr>
        <p:blipFill>
          <a:blip r:embed="rId12"/>
          <a:stretch>
            <a:fillRect/>
          </a:stretch>
        </p:blipFill>
        <p:spPr>
          <a:xfrm>
            <a:off x="7229632" y="5295331"/>
            <a:ext cx="2327429" cy="1519839"/>
          </a:xfrm>
          <a:prstGeom prst="rect">
            <a:avLst/>
          </a:prstGeom>
        </p:spPr>
      </p:pic>
      <p:pic>
        <p:nvPicPr>
          <p:cNvPr id="30" name="图片 29" descr="图片包含 文本&#10;&#10;AI 生成的内容可能不正确。">
            <a:extLst>
              <a:ext uri="{FF2B5EF4-FFF2-40B4-BE49-F238E27FC236}">
                <a16:creationId xmlns:a16="http://schemas.microsoft.com/office/drawing/2014/main" id="{D7565962-6E3E-1676-EF1E-BE8B73B84345}"/>
              </a:ext>
            </a:extLst>
          </p:cNvPr>
          <p:cNvPicPr>
            <a:picLocks noChangeAspect="1"/>
          </p:cNvPicPr>
          <p:nvPr/>
        </p:nvPicPr>
        <p:blipFill>
          <a:blip r:embed="rId13"/>
          <a:stretch>
            <a:fillRect/>
          </a:stretch>
        </p:blipFill>
        <p:spPr>
          <a:xfrm>
            <a:off x="8335210" y="4859919"/>
            <a:ext cx="2866517" cy="2135020"/>
          </a:xfrm>
          <a:prstGeom prst="rect">
            <a:avLst/>
          </a:prstGeom>
        </p:spPr>
      </p:pic>
      <p:sp>
        <p:nvSpPr>
          <p:cNvPr id="32" name="文本框 31">
            <a:extLst>
              <a:ext uri="{FF2B5EF4-FFF2-40B4-BE49-F238E27FC236}">
                <a16:creationId xmlns:a16="http://schemas.microsoft.com/office/drawing/2014/main" id="{E3210EEB-0409-8482-D52A-2E73B6EFF23D}"/>
              </a:ext>
            </a:extLst>
          </p:cNvPr>
          <p:cNvSpPr txBox="1"/>
          <p:nvPr/>
        </p:nvSpPr>
        <p:spPr>
          <a:xfrm>
            <a:off x="7519916" y="2540337"/>
            <a:ext cx="4741460" cy="369332"/>
          </a:xfrm>
          <a:prstGeom prst="rect">
            <a:avLst/>
          </a:prstGeom>
          <a:noFill/>
        </p:spPr>
        <p:txBody>
          <a:bodyPr wrap="square">
            <a:spAutoFit/>
          </a:bodyPr>
          <a:lstStyle/>
          <a:p>
            <a:r>
              <a:rPr lang="en-US" altLang="zh-CN" dirty="0"/>
              <a:t>Context Graph = </a:t>
            </a:r>
            <a:r>
              <a:rPr lang="zh-CN" altLang="en-US" dirty="0"/>
              <a:t>用图结构组织 </a:t>
            </a:r>
            <a:r>
              <a:rPr lang="en-US" altLang="zh-CN" dirty="0"/>
              <a:t>Agent </a:t>
            </a:r>
            <a:r>
              <a:rPr lang="zh-CN" altLang="en-US" dirty="0"/>
              <a:t>的经验</a:t>
            </a:r>
          </a:p>
        </p:txBody>
      </p:sp>
    </p:spTree>
    <p:extLst>
      <p:ext uri="{BB962C8B-B14F-4D97-AF65-F5344CB8AC3E}">
        <p14:creationId xmlns:p14="http://schemas.microsoft.com/office/powerpoint/2010/main" val="3802460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BCC9-8622-474D-9A99-D734AA71D3B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E3FEF39-A022-F71D-DC4C-5F95FBDFBB18}"/>
              </a:ext>
            </a:extLst>
          </p:cNvPr>
          <p:cNvSpPr>
            <a:spLocks noGrp="1"/>
          </p:cNvSpPr>
          <p:nvPr>
            <p:ph type="title"/>
          </p:nvPr>
        </p:nvSpPr>
        <p:spPr>
          <a:xfrm>
            <a:off x="838200" y="365126"/>
            <a:ext cx="10515600" cy="558110"/>
          </a:xfrm>
        </p:spPr>
        <p:txBody>
          <a:bodyPr>
            <a:normAutofit fontScale="90000"/>
          </a:bodyPr>
          <a:lstStyle/>
          <a:p>
            <a:r>
              <a:rPr lang="en-US" altLang="zh-CN" sz="3600" b="1" dirty="0"/>
              <a:t>What and why </a:t>
            </a:r>
            <a:r>
              <a:rPr lang="en-US" altLang="zh-CN" sz="3600" b="1" dirty="0">
                <a:highlight>
                  <a:srgbClr val="FFFF00"/>
                </a:highlight>
              </a:rPr>
              <a:t>Context Graph</a:t>
            </a:r>
            <a:r>
              <a:rPr lang="en-US" altLang="zh-CN" sz="3600" b="1" dirty="0"/>
              <a:t>?</a:t>
            </a:r>
            <a:endParaRPr lang="zh-CN" altLang="en-US" sz="3600" b="1" dirty="0"/>
          </a:p>
        </p:txBody>
      </p:sp>
      <p:graphicFrame>
        <p:nvGraphicFramePr>
          <p:cNvPr id="4" name="内容占位符 3">
            <a:extLst>
              <a:ext uri="{FF2B5EF4-FFF2-40B4-BE49-F238E27FC236}">
                <a16:creationId xmlns:a16="http://schemas.microsoft.com/office/drawing/2014/main" id="{73BF150C-D81B-47DF-D0DB-62CC9A56F193}"/>
              </a:ext>
            </a:extLst>
          </p:cNvPr>
          <p:cNvGraphicFramePr>
            <a:graphicFrameLocks noGrp="1"/>
          </p:cNvGraphicFramePr>
          <p:nvPr>
            <p:ph idx="1"/>
          </p:nvPr>
        </p:nvGraphicFramePr>
        <p:xfrm>
          <a:off x="1625221" y="1534474"/>
          <a:ext cx="9292988" cy="5672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图片 4" descr="图示, 文本&#10;&#10;AI 生成的内容可能不正确。">
            <a:extLst>
              <a:ext uri="{FF2B5EF4-FFF2-40B4-BE49-F238E27FC236}">
                <a16:creationId xmlns:a16="http://schemas.microsoft.com/office/drawing/2014/main" id="{A993CA2C-ECBF-1C8F-9C95-2D8A126B4283}"/>
              </a:ext>
            </a:extLst>
          </p:cNvPr>
          <p:cNvPicPr>
            <a:picLocks noChangeAspect="1"/>
          </p:cNvPicPr>
          <p:nvPr/>
        </p:nvPicPr>
        <p:blipFill>
          <a:blip r:embed="rId7"/>
          <a:stretch>
            <a:fillRect/>
          </a:stretch>
        </p:blipFill>
        <p:spPr>
          <a:xfrm>
            <a:off x="596771" y="2547582"/>
            <a:ext cx="3264796" cy="3951027"/>
          </a:xfrm>
          <a:prstGeom prst="rect">
            <a:avLst/>
          </a:prstGeom>
        </p:spPr>
      </p:pic>
      <p:pic>
        <p:nvPicPr>
          <p:cNvPr id="9" name="图片 8" descr="手机屏幕截图&#10;&#10;AI 生成的内容可能不正确。">
            <a:extLst>
              <a:ext uri="{FF2B5EF4-FFF2-40B4-BE49-F238E27FC236}">
                <a16:creationId xmlns:a16="http://schemas.microsoft.com/office/drawing/2014/main" id="{5231C880-710C-F9AE-BE96-1D720E39E1E6}"/>
              </a:ext>
            </a:extLst>
          </p:cNvPr>
          <p:cNvPicPr>
            <a:picLocks noChangeAspect="1"/>
          </p:cNvPicPr>
          <p:nvPr/>
        </p:nvPicPr>
        <p:blipFill>
          <a:blip r:embed="rId8"/>
          <a:stretch>
            <a:fillRect/>
          </a:stretch>
        </p:blipFill>
        <p:spPr>
          <a:xfrm>
            <a:off x="3956485" y="2538485"/>
            <a:ext cx="3311372" cy="4028364"/>
          </a:xfrm>
          <a:prstGeom prst="rect">
            <a:avLst/>
          </a:prstGeom>
        </p:spPr>
      </p:pic>
      <p:pic>
        <p:nvPicPr>
          <p:cNvPr id="11" name="图片 10" descr="图示&#10;&#10;AI 生成的内容可能不正确。">
            <a:extLst>
              <a:ext uri="{FF2B5EF4-FFF2-40B4-BE49-F238E27FC236}">
                <a16:creationId xmlns:a16="http://schemas.microsoft.com/office/drawing/2014/main" id="{63B53C6C-C33B-C054-AD09-415A00AE3FBC}"/>
              </a:ext>
            </a:extLst>
          </p:cNvPr>
          <p:cNvPicPr>
            <a:picLocks noChangeAspect="1"/>
          </p:cNvPicPr>
          <p:nvPr/>
        </p:nvPicPr>
        <p:blipFill>
          <a:blip r:embed="rId9"/>
          <a:stretch>
            <a:fillRect/>
          </a:stretch>
        </p:blipFill>
        <p:spPr>
          <a:xfrm>
            <a:off x="7478973" y="2404556"/>
            <a:ext cx="2565780" cy="4301057"/>
          </a:xfrm>
          <a:prstGeom prst="rect">
            <a:avLst/>
          </a:prstGeom>
        </p:spPr>
      </p:pic>
      <p:pic>
        <p:nvPicPr>
          <p:cNvPr id="13" name="图片 12" descr="文本, 信件&#10;&#10;AI 生成的内容可能不正确。">
            <a:extLst>
              <a:ext uri="{FF2B5EF4-FFF2-40B4-BE49-F238E27FC236}">
                <a16:creationId xmlns:a16="http://schemas.microsoft.com/office/drawing/2014/main" id="{E73A3E94-F671-63A1-2500-F64FAD0DFAD8}"/>
              </a:ext>
            </a:extLst>
          </p:cNvPr>
          <p:cNvPicPr>
            <a:picLocks noChangeAspect="1"/>
          </p:cNvPicPr>
          <p:nvPr/>
        </p:nvPicPr>
        <p:blipFill>
          <a:blip r:embed="rId10"/>
          <a:srcRect l="5218" r="1835"/>
          <a:stretch>
            <a:fillRect/>
          </a:stretch>
        </p:blipFill>
        <p:spPr>
          <a:xfrm>
            <a:off x="7482862" y="5814657"/>
            <a:ext cx="4612944" cy="951239"/>
          </a:xfrm>
          <a:prstGeom prst="rect">
            <a:avLst/>
          </a:prstGeom>
        </p:spPr>
      </p:pic>
      <p:sp>
        <p:nvSpPr>
          <p:cNvPr id="3" name="矩形 2">
            <a:extLst>
              <a:ext uri="{FF2B5EF4-FFF2-40B4-BE49-F238E27FC236}">
                <a16:creationId xmlns:a16="http://schemas.microsoft.com/office/drawing/2014/main" id="{AF86E1C3-495D-C540-1ED8-356167BA6B8E}"/>
              </a:ext>
            </a:extLst>
          </p:cNvPr>
          <p:cNvSpPr/>
          <p:nvPr/>
        </p:nvSpPr>
        <p:spPr>
          <a:xfrm>
            <a:off x="556591" y="2350052"/>
            <a:ext cx="3366052" cy="427603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603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41E324-4004-0733-2C89-955964F5792C}"/>
              </a:ext>
            </a:extLst>
          </p:cNvPr>
          <p:cNvSpPr>
            <a:spLocks noGrp="1"/>
          </p:cNvSpPr>
          <p:nvPr>
            <p:ph type="title"/>
          </p:nvPr>
        </p:nvSpPr>
        <p:spPr>
          <a:xfrm>
            <a:off x="838200" y="365126"/>
            <a:ext cx="10515600" cy="659710"/>
          </a:xfrm>
        </p:spPr>
        <p:txBody>
          <a:bodyPr>
            <a:normAutofit fontScale="90000"/>
          </a:bodyPr>
          <a:lstStyle/>
          <a:p>
            <a:r>
              <a:rPr lang="en-US" altLang="zh-CN" b="1" dirty="0"/>
              <a:t>Related Work</a:t>
            </a:r>
            <a:endParaRPr lang="zh-CN" altLang="en-US" b="1" dirty="0"/>
          </a:p>
        </p:txBody>
      </p:sp>
      <p:sp>
        <p:nvSpPr>
          <p:cNvPr id="3" name="内容占位符 2">
            <a:extLst>
              <a:ext uri="{FF2B5EF4-FFF2-40B4-BE49-F238E27FC236}">
                <a16:creationId xmlns:a16="http://schemas.microsoft.com/office/drawing/2014/main" id="{DC20489A-3867-8527-7393-4D7541472660}"/>
              </a:ext>
            </a:extLst>
          </p:cNvPr>
          <p:cNvSpPr>
            <a:spLocks noGrp="1"/>
          </p:cNvSpPr>
          <p:nvPr>
            <p:ph idx="1"/>
          </p:nvPr>
        </p:nvSpPr>
        <p:spPr>
          <a:xfrm>
            <a:off x="838200" y="1812372"/>
            <a:ext cx="10515600" cy="4351338"/>
          </a:xfrm>
        </p:spPr>
        <p:txBody>
          <a:bodyPr>
            <a:normAutofit fontScale="47500" lnSpcReduction="20000"/>
          </a:bodyPr>
          <a:lstStyle/>
          <a:p>
            <a:pPr>
              <a:lnSpc>
                <a:spcPct val="120000"/>
              </a:lnSpc>
            </a:pPr>
            <a:r>
              <a:rPr lang="en-US" altLang="zh-CN" dirty="0"/>
              <a:t>Zhao, Andrew, et al. "Expel: </a:t>
            </a:r>
            <a:r>
              <a:rPr lang="en-US" altLang="zh-CN" dirty="0" err="1"/>
              <a:t>Llm</a:t>
            </a:r>
            <a:r>
              <a:rPr lang="en-US" altLang="zh-CN" dirty="0"/>
              <a:t> agents are experiential learners." </a:t>
            </a:r>
            <a:r>
              <a:rPr lang="en-US" altLang="zh-CN" i="1" dirty="0"/>
              <a:t>Proceedings of the AAAI Conference on Artificial Intelligence</a:t>
            </a:r>
            <a:r>
              <a:rPr lang="en-US" altLang="zh-CN" dirty="0"/>
              <a:t>. Vol. 38. No. 17. 2024. </a:t>
            </a:r>
          </a:p>
          <a:p>
            <a:pPr lvl="1">
              <a:lnSpc>
                <a:spcPct val="120000"/>
              </a:lnSpc>
            </a:pPr>
            <a:r>
              <a:rPr lang="zh-CN" altLang="en-US" b="1" dirty="0"/>
              <a:t>主要目的：</a:t>
            </a:r>
            <a:r>
              <a:rPr lang="zh-CN" altLang="en-US" dirty="0"/>
              <a:t>解决 </a:t>
            </a:r>
            <a:r>
              <a:rPr lang="en-US" altLang="zh-CN" dirty="0"/>
              <a:t>LLM Agent </a:t>
            </a:r>
            <a:r>
              <a:rPr lang="zh-CN" altLang="en-US" b="1" dirty="0"/>
              <a:t>无法跨任务学习</a:t>
            </a:r>
            <a:r>
              <a:rPr lang="zh-CN" altLang="en-US" dirty="0"/>
              <a:t>的问题： </a:t>
            </a:r>
            <a:endParaRPr lang="en-US" altLang="zh-CN" dirty="0"/>
          </a:p>
          <a:p>
            <a:pPr>
              <a:lnSpc>
                <a:spcPct val="120000"/>
              </a:lnSpc>
            </a:pPr>
            <a:r>
              <a:rPr lang="en-US" altLang="zh-CN" dirty="0"/>
              <a:t>Xu, W., Liang, Z., Mei, K., Gao, H., Tan, J., &amp; Zhang, Y. (2025). A-mem: Agentic memory for </a:t>
            </a:r>
            <a:r>
              <a:rPr lang="en-US" altLang="zh-CN" dirty="0" err="1"/>
              <a:t>llm</a:t>
            </a:r>
            <a:r>
              <a:rPr lang="en-US" altLang="zh-CN" dirty="0"/>
              <a:t> agents. Advances in Neural Information Processing Systems. 2025</a:t>
            </a:r>
            <a:endParaRPr lang="zh-CN" altLang="en-US" dirty="0"/>
          </a:p>
          <a:p>
            <a:pPr lvl="1">
              <a:lnSpc>
                <a:spcPct val="120000"/>
              </a:lnSpc>
            </a:pPr>
            <a:r>
              <a:rPr lang="zh-CN" altLang="en-US" b="1" dirty="0"/>
              <a:t>主要目的：</a:t>
            </a:r>
            <a:r>
              <a:rPr lang="zh-CN" altLang="en-US" dirty="0"/>
              <a:t>解决现有 </a:t>
            </a:r>
            <a:r>
              <a:rPr lang="en-US" altLang="zh-CN" dirty="0"/>
              <a:t>Memory </a:t>
            </a:r>
            <a:r>
              <a:rPr lang="zh-CN" altLang="en-US" dirty="0"/>
              <a:t>系统的**组织结构问题**：传统 </a:t>
            </a:r>
            <a:r>
              <a:rPr lang="en-US" altLang="zh-CN" dirty="0"/>
              <a:t>RAG </a:t>
            </a:r>
            <a:r>
              <a:rPr lang="zh-CN" altLang="en-US" dirty="0"/>
              <a:t>只是简单的存储</a:t>
            </a:r>
            <a:r>
              <a:rPr lang="en-US" altLang="zh-CN" dirty="0"/>
              <a:t>-</a:t>
            </a:r>
            <a:r>
              <a:rPr lang="zh-CN" altLang="en-US" dirty="0"/>
              <a:t>检索，缺乏组织</a:t>
            </a:r>
            <a:r>
              <a:rPr lang="en-US" altLang="zh-CN" dirty="0"/>
              <a:t>- </a:t>
            </a:r>
            <a:r>
              <a:rPr lang="zh-CN" altLang="en-US" dirty="0"/>
              <a:t>现有 </a:t>
            </a:r>
            <a:r>
              <a:rPr lang="en-US" altLang="zh-CN" dirty="0"/>
              <a:t>graph </a:t>
            </a:r>
            <a:r>
              <a:rPr lang="zh-CN" altLang="en-US" dirty="0"/>
              <a:t>方案结构固定，适应性差</a:t>
            </a:r>
            <a:r>
              <a:rPr lang="en-US" altLang="zh-CN" dirty="0"/>
              <a:t>- </a:t>
            </a:r>
            <a:r>
              <a:rPr lang="zh-CN" altLang="en-US" dirty="0"/>
              <a:t>需要一种能**动态自组织**的记忆系统： </a:t>
            </a:r>
            <a:endParaRPr lang="en-US" altLang="zh-CN" dirty="0"/>
          </a:p>
          <a:p>
            <a:pPr>
              <a:lnSpc>
                <a:spcPct val="120000"/>
              </a:lnSpc>
            </a:pPr>
            <a:r>
              <a:rPr lang="en-US" altLang="zh-CN" dirty="0"/>
              <a:t> Xia S, Xu Z, Chai J, et al. From experience to strategy: Empowering </a:t>
            </a:r>
            <a:r>
              <a:rPr lang="en-US" altLang="zh-CN" dirty="0" err="1"/>
              <a:t>llm</a:t>
            </a:r>
            <a:r>
              <a:rPr lang="en-US" altLang="zh-CN" dirty="0"/>
              <a:t> agents with trainable graph memory[J]. </a:t>
            </a:r>
            <a:r>
              <a:rPr lang="en-US" altLang="zh-CN" dirty="0" err="1"/>
              <a:t>arXiv</a:t>
            </a:r>
            <a:r>
              <a:rPr lang="en-US" altLang="zh-CN" dirty="0"/>
              <a:t> preprint arXiv:2511.07800, 2025.</a:t>
            </a:r>
          </a:p>
          <a:p>
            <a:pPr lvl="1">
              <a:lnSpc>
                <a:spcPct val="120000"/>
              </a:lnSpc>
            </a:pPr>
            <a:r>
              <a:rPr lang="zh-CN" altLang="en-US" b="1" dirty="0"/>
              <a:t>主要目的 </a:t>
            </a:r>
            <a:r>
              <a:rPr lang="zh-CN" altLang="en-US" dirty="0"/>
              <a:t>解决现有经验学习方法的两个核心问题： </a:t>
            </a:r>
            <a:r>
              <a:rPr lang="en-US" altLang="zh-CN" dirty="0"/>
              <a:t>1. **</a:t>
            </a:r>
            <a:r>
              <a:rPr lang="zh-CN" altLang="en-US" dirty="0"/>
              <a:t>隐式记忆**（训练）：灾难性遗忘 </a:t>
            </a:r>
            <a:r>
              <a:rPr lang="en-US" altLang="zh-CN" dirty="0"/>
              <a:t>+ </a:t>
            </a:r>
            <a:r>
              <a:rPr lang="zh-CN" altLang="en-US" dirty="0"/>
              <a:t>不可解释 </a:t>
            </a:r>
            <a:r>
              <a:rPr lang="en-US" altLang="zh-CN" dirty="0"/>
              <a:t>2. **</a:t>
            </a:r>
            <a:r>
              <a:rPr lang="zh-CN" altLang="en-US" dirty="0"/>
              <a:t>显式记忆**（</a:t>
            </a:r>
            <a:r>
              <a:rPr lang="en-US" altLang="zh-CN" dirty="0"/>
              <a:t>prompting</a:t>
            </a:r>
            <a:r>
              <a:rPr lang="zh-CN" altLang="en-US" dirty="0"/>
              <a:t>）：缺乏适应性 </a:t>
            </a:r>
            <a:r>
              <a:rPr lang="en-US" altLang="zh-CN" dirty="0"/>
              <a:t>+ </a:t>
            </a:r>
            <a:r>
              <a:rPr lang="zh-CN" altLang="en-US" dirty="0"/>
              <a:t>无法评估策略好坏 目标：构建一个**可训练的图记忆**，结合两者优点 </a:t>
            </a:r>
            <a:endParaRPr lang="en-US" altLang="zh-CN" dirty="0"/>
          </a:p>
          <a:p>
            <a:pPr>
              <a:lnSpc>
                <a:spcPct val="120000"/>
              </a:lnSpc>
            </a:pPr>
            <a:r>
              <a:rPr lang="en-US" altLang="zh-CN" dirty="0"/>
              <a:t>Zhu K, Liu Z, Li B, et al. Where </a:t>
            </a:r>
            <a:r>
              <a:rPr lang="en-US" altLang="zh-CN" dirty="0" err="1"/>
              <a:t>llm</a:t>
            </a:r>
            <a:r>
              <a:rPr lang="en-US" altLang="zh-CN" dirty="0"/>
              <a:t> agents fail and how they can learn from failures[J]. </a:t>
            </a:r>
            <a:r>
              <a:rPr lang="en-US" altLang="zh-CN" dirty="0" err="1"/>
              <a:t>arXiv</a:t>
            </a:r>
            <a:r>
              <a:rPr lang="en-US" altLang="zh-CN" dirty="0"/>
              <a:t> preprint arXiv:2509.25370, 2025.</a:t>
            </a:r>
          </a:p>
          <a:p>
            <a:pPr lvl="1">
              <a:lnSpc>
                <a:spcPct val="120000"/>
              </a:lnSpc>
            </a:pPr>
            <a:r>
              <a:rPr lang="zh-CN" altLang="en-US" b="1" dirty="0"/>
              <a:t>主要目的 </a:t>
            </a:r>
            <a:r>
              <a:rPr lang="zh-CN" altLang="en-US" dirty="0"/>
              <a:t>解决 </a:t>
            </a:r>
            <a:r>
              <a:rPr lang="en-US" altLang="zh-CN" dirty="0"/>
              <a:t>LLM Agent </a:t>
            </a:r>
            <a:r>
              <a:rPr lang="zh-CN" altLang="en-US" dirty="0"/>
              <a:t>的**级联失败问题**： </a:t>
            </a:r>
            <a:r>
              <a:rPr lang="en-US" altLang="zh-CN" dirty="0"/>
              <a:t>- </a:t>
            </a:r>
            <a:r>
              <a:rPr lang="zh-CN" altLang="en-US" dirty="0"/>
              <a:t>一个根因错误会传播到后续所有决策 </a:t>
            </a:r>
            <a:r>
              <a:rPr lang="en-US" altLang="zh-CN" dirty="0"/>
              <a:t>- </a:t>
            </a:r>
            <a:r>
              <a:rPr lang="zh-CN" altLang="en-US" dirty="0"/>
              <a:t>现有系统无法系统性地理解和检测错误 </a:t>
            </a:r>
            <a:r>
              <a:rPr lang="en-US" altLang="zh-CN" dirty="0"/>
              <a:t>- </a:t>
            </a:r>
            <a:r>
              <a:rPr lang="zh-CN" altLang="en-US" dirty="0"/>
              <a:t>需要一个**模块化的错误分类体系**和**诊断框架**</a:t>
            </a:r>
            <a:endParaRPr lang="en-US" altLang="zh-CN" dirty="0"/>
          </a:p>
          <a:p>
            <a:pPr>
              <a:lnSpc>
                <a:spcPct val="120000"/>
              </a:lnSpc>
            </a:pPr>
            <a:r>
              <a:rPr lang="en-US" altLang="zh-CN" dirty="0"/>
              <a:t>Xiao, Y. A., Gao, P., Peng, C., &amp; Xiong, Y. (2025). Improving the efficiency of LLM agent systems through trajectory reduction. </a:t>
            </a:r>
            <a:r>
              <a:rPr lang="en-US" altLang="zh-CN" i="1" dirty="0" err="1"/>
              <a:t>arXiv</a:t>
            </a:r>
            <a:r>
              <a:rPr lang="en-US" altLang="zh-CN" i="1" dirty="0"/>
              <a:t> preprint arXiv:2509.23586</a:t>
            </a:r>
            <a:r>
              <a:rPr lang="en-US" altLang="zh-CN" dirty="0"/>
              <a:t>. </a:t>
            </a:r>
          </a:p>
          <a:p>
            <a:pPr lvl="1">
              <a:lnSpc>
                <a:spcPct val="120000"/>
              </a:lnSpc>
            </a:pPr>
            <a:r>
              <a:rPr lang="zh-CN" altLang="en-US" b="1" dirty="0"/>
              <a:t>主要目的 </a:t>
            </a:r>
            <a:r>
              <a:rPr lang="zh-CN" altLang="en-US" dirty="0"/>
              <a:t>解决 </a:t>
            </a:r>
            <a:r>
              <a:rPr lang="en-US" altLang="zh-CN" dirty="0"/>
              <a:t>LLM Agent </a:t>
            </a:r>
            <a:r>
              <a:rPr lang="zh-CN" altLang="en-US" dirty="0"/>
              <a:t>的**效率问题**： </a:t>
            </a:r>
            <a:r>
              <a:rPr lang="en-US" altLang="zh-CN" dirty="0"/>
              <a:t>- </a:t>
            </a:r>
            <a:r>
              <a:rPr lang="zh-CN" altLang="en-US" dirty="0"/>
              <a:t>多轮交互中，轨迹越来越长 </a:t>
            </a:r>
            <a:r>
              <a:rPr lang="en-US" altLang="zh-CN" dirty="0"/>
              <a:t>- Token </a:t>
            </a:r>
            <a:r>
              <a:rPr lang="zh-CN" altLang="en-US" dirty="0"/>
              <a:t>消耗急剧增加，成本上升 </a:t>
            </a:r>
            <a:r>
              <a:rPr lang="en-US" altLang="zh-CN" dirty="0"/>
              <a:t>- </a:t>
            </a:r>
            <a:r>
              <a:rPr lang="zh-CN" altLang="en-US" dirty="0"/>
              <a:t>长上下文可能导致性能下降（</a:t>
            </a:r>
            <a:r>
              <a:rPr lang="en-US" altLang="zh-CN" dirty="0"/>
              <a:t>lost in the middle</a:t>
            </a:r>
            <a:r>
              <a:rPr lang="zh-CN" altLang="en-US" dirty="0"/>
              <a:t>）</a:t>
            </a:r>
          </a:p>
        </p:txBody>
      </p:sp>
    </p:spTree>
    <p:extLst>
      <p:ext uri="{BB962C8B-B14F-4D97-AF65-F5344CB8AC3E}">
        <p14:creationId xmlns:p14="http://schemas.microsoft.com/office/powerpoint/2010/main" val="822561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EB020-F365-C3DC-BE33-F78A1AB32307}"/>
            </a:ext>
          </a:extLst>
        </p:cNvPr>
        <p:cNvGrpSpPr/>
        <p:nvPr/>
      </p:nvGrpSpPr>
      <p:grpSpPr>
        <a:xfrm>
          <a:off x="0" y="0"/>
          <a:ext cx="0" cy="0"/>
          <a:chOff x="0" y="0"/>
          <a:chExt cx="0" cy="0"/>
        </a:xfrm>
      </p:grpSpPr>
      <p:pic>
        <p:nvPicPr>
          <p:cNvPr id="8" name="图片 7" descr="表格&#10;&#10;AI 生成的内容可能不正确。">
            <a:extLst>
              <a:ext uri="{FF2B5EF4-FFF2-40B4-BE49-F238E27FC236}">
                <a16:creationId xmlns:a16="http://schemas.microsoft.com/office/drawing/2014/main" id="{F64327D8-208C-F02F-B45A-E438AA731C8F}"/>
              </a:ext>
            </a:extLst>
          </p:cNvPr>
          <p:cNvPicPr>
            <a:picLocks noChangeAspect="1"/>
          </p:cNvPicPr>
          <p:nvPr/>
        </p:nvPicPr>
        <p:blipFill>
          <a:blip r:embed="rId2"/>
          <a:stretch>
            <a:fillRect/>
          </a:stretch>
        </p:blipFill>
        <p:spPr>
          <a:xfrm>
            <a:off x="711910" y="1186287"/>
            <a:ext cx="10680794" cy="5441431"/>
          </a:xfrm>
          <a:prstGeom prst="rect">
            <a:avLst/>
          </a:prstGeom>
        </p:spPr>
      </p:pic>
      <p:sp>
        <p:nvSpPr>
          <p:cNvPr id="11" name="标题 1">
            <a:extLst>
              <a:ext uri="{FF2B5EF4-FFF2-40B4-BE49-F238E27FC236}">
                <a16:creationId xmlns:a16="http://schemas.microsoft.com/office/drawing/2014/main" id="{02071289-EAE4-5B5F-CFCD-4AAAC473265C}"/>
              </a:ext>
            </a:extLst>
          </p:cNvPr>
          <p:cNvSpPr>
            <a:spLocks noGrp="1"/>
          </p:cNvSpPr>
          <p:nvPr>
            <p:ph type="title"/>
          </p:nvPr>
        </p:nvSpPr>
        <p:spPr>
          <a:xfrm>
            <a:off x="838200" y="365126"/>
            <a:ext cx="10515600" cy="659710"/>
          </a:xfrm>
        </p:spPr>
        <p:txBody>
          <a:bodyPr>
            <a:normAutofit fontScale="90000"/>
          </a:bodyPr>
          <a:lstStyle/>
          <a:p>
            <a:r>
              <a:rPr lang="en-US" altLang="zh-CN" b="1" dirty="0"/>
              <a:t>Related Work</a:t>
            </a:r>
            <a:endParaRPr lang="zh-CN" altLang="en-US" b="1" dirty="0"/>
          </a:p>
        </p:txBody>
      </p:sp>
    </p:spTree>
    <p:extLst>
      <p:ext uri="{BB962C8B-B14F-4D97-AF65-F5344CB8AC3E}">
        <p14:creationId xmlns:p14="http://schemas.microsoft.com/office/powerpoint/2010/main" val="261862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6838E-FCD1-198C-C74B-CFFE9559B6C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650B45E-2194-5B1D-A4D6-A2423AAD86EF}"/>
              </a:ext>
            </a:extLst>
          </p:cNvPr>
          <p:cNvSpPr>
            <a:spLocks noGrp="1"/>
          </p:cNvSpPr>
          <p:nvPr>
            <p:ph type="title"/>
          </p:nvPr>
        </p:nvSpPr>
        <p:spPr>
          <a:xfrm>
            <a:off x="838200" y="365125"/>
            <a:ext cx="11075504" cy="1325563"/>
          </a:xfrm>
        </p:spPr>
        <p:txBody>
          <a:bodyPr>
            <a:noAutofit/>
          </a:bodyPr>
          <a:lstStyle/>
          <a:p>
            <a:br>
              <a:rPr lang="en-US" altLang="zh-CN" sz="2400" dirty="0"/>
            </a:br>
            <a:endParaRPr lang="zh-CN" altLang="en-US" sz="2400" dirty="0"/>
          </a:p>
        </p:txBody>
      </p:sp>
      <p:pic>
        <p:nvPicPr>
          <p:cNvPr id="4" name="内容占位符 3" descr="文本&#10;&#10;AI 生成的内容可能不正确。">
            <a:extLst>
              <a:ext uri="{FF2B5EF4-FFF2-40B4-BE49-F238E27FC236}">
                <a16:creationId xmlns:a16="http://schemas.microsoft.com/office/drawing/2014/main" id="{AC4F9DF2-13BB-5932-B8B8-E6566E676D95}"/>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802" t="15641" r="16449" b="450"/>
          <a:stretch>
            <a:fillRect/>
          </a:stretch>
        </p:blipFill>
        <p:spPr>
          <a:xfrm>
            <a:off x="503582" y="1071010"/>
            <a:ext cx="4810539" cy="3651181"/>
          </a:xfrm>
        </p:spPr>
      </p:pic>
      <p:pic>
        <p:nvPicPr>
          <p:cNvPr id="10" name="图片 9">
            <a:extLst>
              <a:ext uri="{FF2B5EF4-FFF2-40B4-BE49-F238E27FC236}">
                <a16:creationId xmlns:a16="http://schemas.microsoft.com/office/drawing/2014/main" id="{35ABB313-76C9-E428-C9DF-D448C2890274}"/>
              </a:ext>
            </a:extLst>
          </p:cNvPr>
          <p:cNvPicPr>
            <a:picLocks noChangeAspect="1"/>
          </p:cNvPicPr>
          <p:nvPr/>
        </p:nvPicPr>
        <p:blipFill>
          <a:blip r:embed="rId3"/>
          <a:srcRect l="4267" r="38666"/>
          <a:stretch>
            <a:fillRect/>
          </a:stretch>
        </p:blipFill>
        <p:spPr>
          <a:xfrm>
            <a:off x="3596152" y="2224251"/>
            <a:ext cx="3785917" cy="3023059"/>
          </a:xfrm>
          <a:prstGeom prst="rect">
            <a:avLst/>
          </a:prstGeom>
        </p:spPr>
      </p:pic>
      <p:pic>
        <p:nvPicPr>
          <p:cNvPr id="12" name="图片 11">
            <a:extLst>
              <a:ext uri="{FF2B5EF4-FFF2-40B4-BE49-F238E27FC236}">
                <a16:creationId xmlns:a16="http://schemas.microsoft.com/office/drawing/2014/main" id="{E62D8FF1-1C6C-A081-5C8F-34FFF820FDEC}"/>
              </a:ext>
            </a:extLst>
          </p:cNvPr>
          <p:cNvPicPr>
            <a:picLocks noChangeAspect="1"/>
          </p:cNvPicPr>
          <p:nvPr/>
        </p:nvPicPr>
        <p:blipFill>
          <a:blip r:embed="rId4"/>
          <a:srcRect r="33884"/>
          <a:stretch>
            <a:fillRect/>
          </a:stretch>
        </p:blipFill>
        <p:spPr>
          <a:xfrm>
            <a:off x="7129668" y="3755361"/>
            <a:ext cx="4053413" cy="2920527"/>
          </a:xfrm>
          <a:prstGeom prst="rect">
            <a:avLst/>
          </a:prstGeom>
        </p:spPr>
      </p:pic>
      <p:sp>
        <p:nvSpPr>
          <p:cNvPr id="13" name="标题 1">
            <a:extLst>
              <a:ext uri="{FF2B5EF4-FFF2-40B4-BE49-F238E27FC236}">
                <a16:creationId xmlns:a16="http://schemas.microsoft.com/office/drawing/2014/main" id="{1CC59700-8C8F-320D-D8EF-79D1D54C2AFD}"/>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Context Graph</a:t>
            </a:r>
            <a:r>
              <a:rPr lang="zh-CN" altLang="en-US" b="1" dirty="0"/>
              <a:t>的</a:t>
            </a:r>
            <a:r>
              <a:rPr lang="en-US" altLang="zh-CN" b="1" dirty="0">
                <a:highlight>
                  <a:srgbClr val="FFFF00"/>
                </a:highlight>
              </a:rPr>
              <a:t>Open Problems (Potential Directions)</a:t>
            </a:r>
            <a:endParaRPr lang="zh-CN" altLang="en-US" b="1" dirty="0">
              <a:highlight>
                <a:srgbClr val="FFFF00"/>
              </a:highlight>
            </a:endParaRPr>
          </a:p>
        </p:txBody>
      </p:sp>
    </p:spTree>
    <p:extLst>
      <p:ext uri="{BB962C8B-B14F-4D97-AF65-F5344CB8AC3E}">
        <p14:creationId xmlns:p14="http://schemas.microsoft.com/office/powerpoint/2010/main" val="13993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B8A5B-1263-8283-00A7-B7A0BB59B27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E76C1A8-750F-2AE3-3D6B-383BD7BA4576}"/>
              </a:ext>
            </a:extLst>
          </p:cNvPr>
          <p:cNvSpPr>
            <a:spLocks noGrp="1"/>
          </p:cNvSpPr>
          <p:nvPr>
            <p:ph type="title"/>
          </p:nvPr>
        </p:nvSpPr>
        <p:spPr/>
        <p:txBody>
          <a:bodyPr>
            <a:noAutofit/>
          </a:bodyPr>
          <a:lstStyle/>
          <a:p>
            <a:br>
              <a:rPr lang="en-US" altLang="zh-CN" sz="2400"/>
            </a:br>
            <a:endParaRPr lang="zh-CN" altLang="en-US" sz="2400" dirty="0"/>
          </a:p>
        </p:txBody>
      </p:sp>
      <p:sp>
        <p:nvSpPr>
          <p:cNvPr id="13" name="标题 1">
            <a:extLst>
              <a:ext uri="{FF2B5EF4-FFF2-40B4-BE49-F238E27FC236}">
                <a16:creationId xmlns:a16="http://schemas.microsoft.com/office/drawing/2014/main" id="{DA33F1D7-180D-80FE-5363-B6042EE05E0F}"/>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What We Can do? --</a:t>
            </a:r>
            <a:r>
              <a:rPr lang="en-US" altLang="zh-CN" dirty="0">
                <a:highlight>
                  <a:srgbClr val="FFFF00"/>
                </a:highlight>
              </a:rPr>
              <a:t>Coding Agent </a:t>
            </a:r>
            <a:r>
              <a:rPr lang="zh-CN" altLang="en-US" dirty="0">
                <a:highlight>
                  <a:srgbClr val="FFFF00"/>
                </a:highlight>
              </a:rPr>
              <a:t>任务分类 </a:t>
            </a:r>
            <a:endParaRPr lang="zh-CN" altLang="en-US" b="1" dirty="0">
              <a:highlight>
                <a:srgbClr val="FFFF00"/>
              </a:highlight>
            </a:endParaRPr>
          </a:p>
        </p:txBody>
      </p:sp>
      <p:sp>
        <p:nvSpPr>
          <p:cNvPr id="5" name="内容占位符 4">
            <a:extLst>
              <a:ext uri="{FF2B5EF4-FFF2-40B4-BE49-F238E27FC236}">
                <a16:creationId xmlns:a16="http://schemas.microsoft.com/office/drawing/2014/main" id="{DF8DAD41-8846-3490-4122-E925CACB08B4}"/>
              </a:ext>
            </a:extLst>
          </p:cNvPr>
          <p:cNvSpPr>
            <a:spLocks noGrp="1"/>
          </p:cNvSpPr>
          <p:nvPr>
            <p:ph idx="1"/>
          </p:nvPr>
        </p:nvSpPr>
        <p:spPr/>
        <p:txBody>
          <a:bodyPr/>
          <a:lstStyle/>
          <a:p>
            <a:endParaRPr lang="zh-CN" altLang="en-US" dirty="0"/>
          </a:p>
        </p:txBody>
      </p:sp>
      <p:pic>
        <p:nvPicPr>
          <p:cNvPr id="7" name="图片 6" descr="文本&#10;&#10;AI 生成的内容可能不正确。">
            <a:extLst>
              <a:ext uri="{FF2B5EF4-FFF2-40B4-BE49-F238E27FC236}">
                <a16:creationId xmlns:a16="http://schemas.microsoft.com/office/drawing/2014/main" id="{4FA152C9-9ADD-D891-C46B-741D620E0BD7}"/>
              </a:ext>
            </a:extLst>
          </p:cNvPr>
          <p:cNvPicPr>
            <a:picLocks noChangeAspect="1"/>
          </p:cNvPicPr>
          <p:nvPr/>
        </p:nvPicPr>
        <p:blipFill>
          <a:blip r:embed="rId2"/>
          <a:stretch>
            <a:fillRect/>
          </a:stretch>
        </p:blipFill>
        <p:spPr>
          <a:xfrm>
            <a:off x="605182" y="1114658"/>
            <a:ext cx="4170018" cy="5634158"/>
          </a:xfrm>
          <a:prstGeom prst="rect">
            <a:avLst/>
          </a:prstGeom>
        </p:spPr>
      </p:pic>
      <p:pic>
        <p:nvPicPr>
          <p:cNvPr id="9" name="图片 8" descr="表格&#10;&#10;AI 生成的内容可能不正确。">
            <a:extLst>
              <a:ext uri="{FF2B5EF4-FFF2-40B4-BE49-F238E27FC236}">
                <a16:creationId xmlns:a16="http://schemas.microsoft.com/office/drawing/2014/main" id="{93B1D547-7C4D-161E-0150-8D6A7E8A47D1}"/>
              </a:ext>
            </a:extLst>
          </p:cNvPr>
          <p:cNvPicPr>
            <a:picLocks noChangeAspect="1"/>
          </p:cNvPicPr>
          <p:nvPr/>
        </p:nvPicPr>
        <p:blipFill>
          <a:blip r:embed="rId3"/>
          <a:stretch>
            <a:fillRect/>
          </a:stretch>
        </p:blipFill>
        <p:spPr>
          <a:xfrm>
            <a:off x="5004905" y="1201318"/>
            <a:ext cx="4440474" cy="3916443"/>
          </a:xfrm>
          <a:prstGeom prst="rect">
            <a:avLst/>
          </a:prstGeom>
        </p:spPr>
      </p:pic>
    </p:spTree>
    <p:extLst>
      <p:ext uri="{BB962C8B-B14F-4D97-AF65-F5344CB8AC3E}">
        <p14:creationId xmlns:p14="http://schemas.microsoft.com/office/powerpoint/2010/main" val="18347882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80F5D-6B38-36AB-5978-30C39AB2212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80DC89C-6134-C78B-3A14-B9149EE95785}"/>
              </a:ext>
            </a:extLst>
          </p:cNvPr>
          <p:cNvSpPr>
            <a:spLocks noGrp="1"/>
          </p:cNvSpPr>
          <p:nvPr>
            <p:ph type="title"/>
          </p:nvPr>
        </p:nvSpPr>
        <p:spPr/>
        <p:txBody>
          <a:bodyPr>
            <a:noAutofit/>
          </a:bodyPr>
          <a:lstStyle/>
          <a:p>
            <a:br>
              <a:rPr lang="en-US" altLang="zh-CN" sz="2400" dirty="0"/>
            </a:br>
            <a:endParaRPr lang="zh-CN" altLang="en-US" sz="2400" dirty="0"/>
          </a:p>
        </p:txBody>
      </p:sp>
      <p:sp>
        <p:nvSpPr>
          <p:cNvPr id="13" name="标题 1">
            <a:extLst>
              <a:ext uri="{FF2B5EF4-FFF2-40B4-BE49-F238E27FC236}">
                <a16:creationId xmlns:a16="http://schemas.microsoft.com/office/drawing/2014/main" id="{D0CCF560-E6A4-58C7-5879-B097E8F9FF09}"/>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What We Can do? --</a:t>
            </a:r>
            <a:r>
              <a:rPr lang="en-US" altLang="zh-CN" dirty="0"/>
              <a:t>Coding Agent </a:t>
            </a:r>
            <a:r>
              <a:rPr lang="zh-CN" altLang="en-US" dirty="0"/>
              <a:t>任务分类 </a:t>
            </a:r>
            <a:endParaRPr lang="zh-CN" altLang="en-US" b="1" dirty="0"/>
          </a:p>
        </p:txBody>
      </p:sp>
      <p:sp>
        <p:nvSpPr>
          <p:cNvPr id="5" name="内容占位符 4">
            <a:extLst>
              <a:ext uri="{FF2B5EF4-FFF2-40B4-BE49-F238E27FC236}">
                <a16:creationId xmlns:a16="http://schemas.microsoft.com/office/drawing/2014/main" id="{FA355BA5-6A75-496C-429E-0D8D961ECFCB}"/>
              </a:ext>
            </a:extLst>
          </p:cNvPr>
          <p:cNvSpPr>
            <a:spLocks noGrp="1"/>
          </p:cNvSpPr>
          <p:nvPr>
            <p:ph idx="1"/>
          </p:nvPr>
        </p:nvSpPr>
        <p:spPr/>
        <p:txBody>
          <a:bodyPr/>
          <a:lstStyle/>
          <a:p>
            <a:r>
              <a:rPr lang="zh-CN" altLang="en-US" dirty="0"/>
              <a:t>用</a:t>
            </a:r>
            <a:r>
              <a:rPr lang="en-US" altLang="zh-CN" dirty="0"/>
              <a:t>Context Graph</a:t>
            </a:r>
            <a:r>
              <a:rPr lang="zh-CN" altLang="en-US" dirty="0"/>
              <a:t>解决</a:t>
            </a:r>
            <a:r>
              <a:rPr lang="en-US" altLang="zh-CN" dirty="0"/>
              <a:t>/</a:t>
            </a:r>
            <a:r>
              <a:rPr lang="zh-CN" altLang="en-US" dirty="0"/>
              <a:t>优化 </a:t>
            </a:r>
            <a:r>
              <a:rPr lang="en-US" altLang="zh-CN" dirty="0"/>
              <a:t>Coding agent</a:t>
            </a:r>
            <a:r>
              <a:rPr lang="zh-CN" altLang="en-US" dirty="0"/>
              <a:t>的什么方面</a:t>
            </a:r>
          </a:p>
        </p:txBody>
      </p:sp>
      <p:pic>
        <p:nvPicPr>
          <p:cNvPr id="4" name="图片 3" descr="文本, 信件&#10;&#10;AI 生成的内容可能不正确。">
            <a:extLst>
              <a:ext uri="{FF2B5EF4-FFF2-40B4-BE49-F238E27FC236}">
                <a16:creationId xmlns:a16="http://schemas.microsoft.com/office/drawing/2014/main" id="{F7BF3508-605E-4074-BD25-FD60B0FAF172}"/>
              </a:ext>
            </a:extLst>
          </p:cNvPr>
          <p:cNvPicPr>
            <a:picLocks noChangeAspect="1"/>
          </p:cNvPicPr>
          <p:nvPr/>
        </p:nvPicPr>
        <p:blipFill>
          <a:blip r:embed="rId2"/>
          <a:stretch>
            <a:fillRect/>
          </a:stretch>
        </p:blipFill>
        <p:spPr>
          <a:xfrm>
            <a:off x="5146159" y="2509079"/>
            <a:ext cx="2924415" cy="4013198"/>
          </a:xfrm>
          <a:prstGeom prst="rect">
            <a:avLst/>
          </a:prstGeom>
        </p:spPr>
      </p:pic>
      <p:pic>
        <p:nvPicPr>
          <p:cNvPr id="8" name="图片 7" descr="文本&#10;&#10;AI 生成的内容可能不正确。">
            <a:extLst>
              <a:ext uri="{FF2B5EF4-FFF2-40B4-BE49-F238E27FC236}">
                <a16:creationId xmlns:a16="http://schemas.microsoft.com/office/drawing/2014/main" id="{F5E9471C-14D8-FCA6-96AC-0AD6ED80F66B}"/>
              </a:ext>
            </a:extLst>
          </p:cNvPr>
          <p:cNvPicPr>
            <a:picLocks noChangeAspect="1"/>
          </p:cNvPicPr>
          <p:nvPr/>
        </p:nvPicPr>
        <p:blipFill>
          <a:blip r:embed="rId3"/>
          <a:stretch>
            <a:fillRect/>
          </a:stretch>
        </p:blipFill>
        <p:spPr>
          <a:xfrm>
            <a:off x="992808" y="2531165"/>
            <a:ext cx="4070626" cy="4070626"/>
          </a:xfrm>
          <a:prstGeom prst="rect">
            <a:avLst/>
          </a:prstGeom>
        </p:spPr>
      </p:pic>
    </p:spTree>
    <p:extLst>
      <p:ext uri="{BB962C8B-B14F-4D97-AF65-F5344CB8AC3E}">
        <p14:creationId xmlns:p14="http://schemas.microsoft.com/office/powerpoint/2010/main" val="1901131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28D53-16B2-165E-7282-5681C425127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8226C49-CB08-B02D-9F9D-766F12B63BC4}"/>
              </a:ext>
            </a:extLst>
          </p:cNvPr>
          <p:cNvSpPr>
            <a:spLocks noGrp="1"/>
          </p:cNvSpPr>
          <p:nvPr>
            <p:ph type="title"/>
          </p:nvPr>
        </p:nvSpPr>
        <p:spPr/>
        <p:txBody>
          <a:bodyPr>
            <a:noAutofit/>
          </a:bodyPr>
          <a:lstStyle/>
          <a:p>
            <a:br>
              <a:rPr lang="en-US" altLang="zh-CN" sz="2400" dirty="0"/>
            </a:br>
            <a:endParaRPr lang="zh-CN" altLang="en-US" sz="2400" dirty="0"/>
          </a:p>
        </p:txBody>
      </p:sp>
      <p:sp>
        <p:nvSpPr>
          <p:cNvPr id="13" name="标题 1">
            <a:extLst>
              <a:ext uri="{FF2B5EF4-FFF2-40B4-BE49-F238E27FC236}">
                <a16:creationId xmlns:a16="http://schemas.microsoft.com/office/drawing/2014/main" id="{C41A3398-0B94-5114-0C16-54E75C078FB1}"/>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What We Can do? --</a:t>
            </a:r>
            <a:r>
              <a:rPr lang="en-US" altLang="zh-CN" dirty="0"/>
              <a:t>Coding Agent </a:t>
            </a:r>
            <a:r>
              <a:rPr lang="zh-CN" altLang="en-US" dirty="0"/>
              <a:t>任务分类 </a:t>
            </a:r>
            <a:endParaRPr lang="zh-CN" altLang="en-US" b="1" dirty="0"/>
          </a:p>
        </p:txBody>
      </p:sp>
      <p:sp>
        <p:nvSpPr>
          <p:cNvPr id="5" name="内容占位符 4">
            <a:extLst>
              <a:ext uri="{FF2B5EF4-FFF2-40B4-BE49-F238E27FC236}">
                <a16:creationId xmlns:a16="http://schemas.microsoft.com/office/drawing/2014/main" id="{E1CB8583-C8CB-66D4-CC41-E6F1728C7FE5}"/>
              </a:ext>
            </a:extLst>
          </p:cNvPr>
          <p:cNvSpPr>
            <a:spLocks noGrp="1"/>
          </p:cNvSpPr>
          <p:nvPr>
            <p:ph idx="1"/>
          </p:nvPr>
        </p:nvSpPr>
        <p:spPr/>
        <p:txBody>
          <a:bodyPr/>
          <a:lstStyle/>
          <a:p>
            <a:r>
              <a:rPr lang="zh-CN" altLang="en-US" dirty="0"/>
              <a:t>用</a:t>
            </a:r>
            <a:r>
              <a:rPr lang="en-US" altLang="zh-CN" dirty="0"/>
              <a:t>Context Graph</a:t>
            </a:r>
            <a:r>
              <a:rPr lang="zh-CN" altLang="en-US" dirty="0"/>
              <a:t>解决</a:t>
            </a:r>
            <a:r>
              <a:rPr lang="en-US" altLang="zh-CN" dirty="0"/>
              <a:t>/</a:t>
            </a:r>
            <a:r>
              <a:rPr lang="zh-CN" altLang="en-US" dirty="0"/>
              <a:t>优化 </a:t>
            </a:r>
            <a:r>
              <a:rPr lang="en-US" altLang="zh-CN" dirty="0"/>
              <a:t>Coding agent</a:t>
            </a:r>
            <a:r>
              <a:rPr lang="zh-CN" altLang="en-US" dirty="0"/>
              <a:t>的什么方面</a:t>
            </a:r>
            <a:r>
              <a:rPr lang="en-US" altLang="zh-CN" dirty="0"/>
              <a:t>?</a:t>
            </a:r>
          </a:p>
          <a:p>
            <a:pPr>
              <a:buFont typeface="Wingdings" panose="05000000000000000000" pitchFamily="2" charset="2"/>
              <a:buChar char="Ø"/>
            </a:pPr>
            <a:r>
              <a:rPr lang="en-US" altLang="zh-CN" dirty="0">
                <a:highlight>
                  <a:srgbClr val="FFFF00"/>
                </a:highlight>
              </a:rPr>
              <a:t>Direction 1: Bug </a:t>
            </a:r>
            <a:r>
              <a:rPr lang="zh-CN" altLang="en-US" dirty="0">
                <a:highlight>
                  <a:srgbClr val="FFFF00"/>
                </a:highlight>
              </a:rPr>
              <a:t>修复</a:t>
            </a:r>
            <a:r>
              <a:rPr lang="en-US" altLang="zh-CN" dirty="0">
                <a:highlight>
                  <a:srgbClr val="FFFF00"/>
                </a:highlight>
              </a:rPr>
              <a:t>!</a:t>
            </a:r>
          </a:p>
          <a:p>
            <a:pPr lvl="1"/>
            <a:r>
              <a:rPr lang="en-US" altLang="zh-CN" dirty="0"/>
              <a:t>Why</a:t>
            </a:r>
            <a:r>
              <a:rPr lang="zh-CN" altLang="en-US" dirty="0"/>
              <a:t>？</a:t>
            </a:r>
            <a:r>
              <a:rPr lang="en-US" altLang="zh-CN" dirty="0"/>
              <a:t>Context Graph </a:t>
            </a:r>
            <a:r>
              <a:rPr lang="zh-CN" altLang="en-US" dirty="0"/>
              <a:t>的独特优势</a:t>
            </a:r>
            <a:endParaRPr lang="en-US" altLang="zh-CN" dirty="0"/>
          </a:p>
          <a:p>
            <a:pPr>
              <a:buFont typeface="Wingdings" panose="05000000000000000000" pitchFamily="2" charset="2"/>
              <a:buChar char="Ø"/>
            </a:pPr>
            <a:endParaRPr lang="zh-CN" altLang="en-US" dirty="0"/>
          </a:p>
        </p:txBody>
      </p:sp>
      <p:pic>
        <p:nvPicPr>
          <p:cNvPr id="6" name="图片 5" descr="文本, 信件&#10;&#10;AI 生成的内容可能不正确。">
            <a:extLst>
              <a:ext uri="{FF2B5EF4-FFF2-40B4-BE49-F238E27FC236}">
                <a16:creationId xmlns:a16="http://schemas.microsoft.com/office/drawing/2014/main" id="{843F19D4-8ABB-E9CB-73E6-B6BDDCFE3EB5}"/>
              </a:ext>
            </a:extLst>
          </p:cNvPr>
          <p:cNvPicPr>
            <a:picLocks noChangeAspect="1"/>
          </p:cNvPicPr>
          <p:nvPr/>
        </p:nvPicPr>
        <p:blipFill>
          <a:blip r:embed="rId2"/>
          <a:stretch>
            <a:fillRect/>
          </a:stretch>
        </p:blipFill>
        <p:spPr>
          <a:xfrm>
            <a:off x="7355157" y="2376557"/>
            <a:ext cx="4060845" cy="4008783"/>
          </a:xfrm>
          <a:prstGeom prst="rect">
            <a:avLst/>
          </a:prstGeom>
        </p:spPr>
      </p:pic>
      <p:pic>
        <p:nvPicPr>
          <p:cNvPr id="11" name="图片 10" descr="图形用户界面, 应用程序&#10;&#10;AI 生成的内容可能不正确。">
            <a:extLst>
              <a:ext uri="{FF2B5EF4-FFF2-40B4-BE49-F238E27FC236}">
                <a16:creationId xmlns:a16="http://schemas.microsoft.com/office/drawing/2014/main" id="{0167E8D4-9E13-9C43-6B22-D64353DD996E}"/>
              </a:ext>
            </a:extLst>
          </p:cNvPr>
          <p:cNvPicPr>
            <a:picLocks noChangeAspect="1"/>
          </p:cNvPicPr>
          <p:nvPr/>
        </p:nvPicPr>
        <p:blipFill>
          <a:blip r:embed="rId3"/>
          <a:stretch>
            <a:fillRect/>
          </a:stretch>
        </p:blipFill>
        <p:spPr>
          <a:xfrm>
            <a:off x="836252" y="3511826"/>
            <a:ext cx="6271329" cy="2567577"/>
          </a:xfrm>
          <a:prstGeom prst="rect">
            <a:avLst/>
          </a:prstGeom>
        </p:spPr>
      </p:pic>
    </p:spTree>
    <p:extLst>
      <p:ext uri="{BB962C8B-B14F-4D97-AF65-F5344CB8AC3E}">
        <p14:creationId xmlns:p14="http://schemas.microsoft.com/office/powerpoint/2010/main" val="2464815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B81D-4E00-7462-13CD-F152BE316767}"/>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2A963E98-BC15-7983-53B8-A01E215B8B12}"/>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1. </a:t>
            </a:r>
            <a:r>
              <a:rPr lang="en-US" altLang="zh-CN" b="1" dirty="0">
                <a:highlight>
                  <a:srgbClr val="FFFF00"/>
                </a:highlight>
              </a:rPr>
              <a:t>How to </a:t>
            </a:r>
            <a:r>
              <a:rPr lang="en-US" altLang="zh-CN" dirty="0"/>
              <a:t>use Context Graph for </a:t>
            </a:r>
            <a:r>
              <a:rPr lang="en-US" altLang="zh-CN" dirty="0">
                <a:highlight>
                  <a:srgbClr val="FFFF00"/>
                </a:highlight>
              </a:rPr>
              <a:t>Bug </a:t>
            </a:r>
            <a:r>
              <a:rPr lang="zh-CN" altLang="en-US" dirty="0">
                <a:highlight>
                  <a:srgbClr val="FFFF00"/>
                </a:highlight>
              </a:rPr>
              <a:t>修复</a:t>
            </a:r>
            <a:r>
              <a:rPr lang="en-US" altLang="zh-CN" dirty="0">
                <a:highlight>
                  <a:srgbClr val="FFFF00"/>
                </a:highlight>
              </a:rPr>
              <a:t>!</a:t>
            </a:r>
          </a:p>
        </p:txBody>
      </p:sp>
      <p:pic>
        <p:nvPicPr>
          <p:cNvPr id="9" name="图片 8" descr="文本, 表格&#10;&#10;AI 生成的内容可能不正确。">
            <a:extLst>
              <a:ext uri="{FF2B5EF4-FFF2-40B4-BE49-F238E27FC236}">
                <a16:creationId xmlns:a16="http://schemas.microsoft.com/office/drawing/2014/main" id="{A2B44F3D-5891-00C3-47AA-12E085FB2E89}"/>
              </a:ext>
            </a:extLst>
          </p:cNvPr>
          <p:cNvPicPr>
            <a:picLocks noChangeAspect="1"/>
          </p:cNvPicPr>
          <p:nvPr/>
        </p:nvPicPr>
        <p:blipFill>
          <a:blip r:embed="rId2"/>
          <a:stretch>
            <a:fillRect/>
          </a:stretch>
        </p:blipFill>
        <p:spPr>
          <a:xfrm>
            <a:off x="1890644" y="1174788"/>
            <a:ext cx="3113635" cy="5408781"/>
          </a:xfrm>
          <a:prstGeom prst="rect">
            <a:avLst/>
          </a:prstGeom>
        </p:spPr>
      </p:pic>
      <p:pic>
        <p:nvPicPr>
          <p:cNvPr id="8" name="图片 7" descr="手机屏幕截图&#10;&#10;AI 生成的内容可能不正确。">
            <a:extLst>
              <a:ext uri="{FF2B5EF4-FFF2-40B4-BE49-F238E27FC236}">
                <a16:creationId xmlns:a16="http://schemas.microsoft.com/office/drawing/2014/main" id="{352C3D2F-81BE-6EFE-619E-F26AD46FBB60}"/>
              </a:ext>
            </a:extLst>
          </p:cNvPr>
          <p:cNvPicPr>
            <a:picLocks noChangeAspect="1"/>
          </p:cNvPicPr>
          <p:nvPr/>
        </p:nvPicPr>
        <p:blipFill>
          <a:blip r:embed="rId3"/>
          <a:stretch>
            <a:fillRect/>
          </a:stretch>
        </p:blipFill>
        <p:spPr>
          <a:xfrm>
            <a:off x="5868529" y="1864139"/>
            <a:ext cx="3113391" cy="2742544"/>
          </a:xfrm>
          <a:prstGeom prst="rect">
            <a:avLst/>
          </a:prstGeom>
        </p:spPr>
      </p:pic>
    </p:spTree>
    <p:extLst>
      <p:ext uri="{BB962C8B-B14F-4D97-AF65-F5344CB8AC3E}">
        <p14:creationId xmlns:p14="http://schemas.microsoft.com/office/powerpoint/2010/main" val="1689471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EE975-53C1-199D-E794-4797AA621FD4}"/>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84C50C3A-912A-0E49-4685-038C969719E7}"/>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b="1" dirty="0"/>
              <a:t>1</a:t>
            </a:r>
            <a:r>
              <a:rPr lang="en-US" altLang="zh-CN" b="1" dirty="0">
                <a:highlight>
                  <a:srgbClr val="FFFF00"/>
                </a:highlight>
              </a:rPr>
              <a:t>. How to </a:t>
            </a:r>
            <a:r>
              <a:rPr lang="en-US" altLang="zh-CN" dirty="0"/>
              <a:t>use Context Graph </a:t>
            </a:r>
            <a:r>
              <a:rPr lang="en-US" altLang="zh-CN" dirty="0">
                <a:highlight>
                  <a:srgbClr val="FFFF00"/>
                </a:highlight>
              </a:rPr>
              <a:t>for Bug </a:t>
            </a:r>
            <a:r>
              <a:rPr lang="zh-CN" altLang="en-US" dirty="0">
                <a:highlight>
                  <a:srgbClr val="FFFF00"/>
                </a:highlight>
              </a:rPr>
              <a:t>修复</a:t>
            </a:r>
            <a:r>
              <a:rPr lang="en-US" altLang="zh-CN" dirty="0">
                <a:highlight>
                  <a:srgbClr val="FFFF00"/>
                </a:highlight>
              </a:rPr>
              <a:t>!</a:t>
            </a:r>
          </a:p>
        </p:txBody>
      </p:sp>
      <p:pic>
        <p:nvPicPr>
          <p:cNvPr id="3" name="图片 2" descr="文本&#10;&#10;AI 生成的内容可能不正确。">
            <a:extLst>
              <a:ext uri="{FF2B5EF4-FFF2-40B4-BE49-F238E27FC236}">
                <a16:creationId xmlns:a16="http://schemas.microsoft.com/office/drawing/2014/main" id="{6E399A83-0937-DBD2-2F29-D62C29F78A38}"/>
              </a:ext>
            </a:extLst>
          </p:cNvPr>
          <p:cNvPicPr>
            <a:picLocks noChangeAspect="1"/>
          </p:cNvPicPr>
          <p:nvPr/>
        </p:nvPicPr>
        <p:blipFill>
          <a:blip r:embed="rId2"/>
          <a:stretch>
            <a:fillRect/>
          </a:stretch>
        </p:blipFill>
        <p:spPr>
          <a:xfrm>
            <a:off x="129580" y="1375940"/>
            <a:ext cx="4642565" cy="5376041"/>
          </a:xfrm>
          <a:prstGeom prst="rect">
            <a:avLst/>
          </a:prstGeom>
        </p:spPr>
      </p:pic>
      <p:pic>
        <p:nvPicPr>
          <p:cNvPr id="5" name="图片 4" descr="文本, 表格&#10;&#10;AI 生成的内容可能不正确。">
            <a:extLst>
              <a:ext uri="{FF2B5EF4-FFF2-40B4-BE49-F238E27FC236}">
                <a16:creationId xmlns:a16="http://schemas.microsoft.com/office/drawing/2014/main" id="{76E0FBA8-E21D-17E5-1508-2EFFDD543A69}"/>
              </a:ext>
            </a:extLst>
          </p:cNvPr>
          <p:cNvPicPr>
            <a:picLocks noChangeAspect="1"/>
          </p:cNvPicPr>
          <p:nvPr/>
        </p:nvPicPr>
        <p:blipFill>
          <a:blip r:embed="rId3"/>
          <a:stretch>
            <a:fillRect/>
          </a:stretch>
        </p:blipFill>
        <p:spPr>
          <a:xfrm>
            <a:off x="4421808" y="1314326"/>
            <a:ext cx="4314497" cy="5389082"/>
          </a:xfrm>
          <a:prstGeom prst="rect">
            <a:avLst/>
          </a:prstGeom>
        </p:spPr>
      </p:pic>
    </p:spTree>
    <p:extLst>
      <p:ext uri="{BB962C8B-B14F-4D97-AF65-F5344CB8AC3E}">
        <p14:creationId xmlns:p14="http://schemas.microsoft.com/office/powerpoint/2010/main" val="18833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AA0C-8A75-35F6-9C35-1F5BF9B6D87B}"/>
            </a:ext>
          </a:extLst>
        </p:cNvPr>
        <p:cNvGrpSpPr/>
        <p:nvPr/>
      </p:nvGrpSpPr>
      <p:grpSpPr>
        <a:xfrm>
          <a:off x="0" y="0"/>
          <a:ext cx="0" cy="0"/>
          <a:chOff x="0" y="0"/>
          <a:chExt cx="0" cy="0"/>
        </a:xfrm>
      </p:grpSpPr>
      <p:sp>
        <p:nvSpPr>
          <p:cNvPr id="13" name="标题 1">
            <a:extLst>
              <a:ext uri="{FF2B5EF4-FFF2-40B4-BE49-F238E27FC236}">
                <a16:creationId xmlns:a16="http://schemas.microsoft.com/office/drawing/2014/main" id="{06BC846F-0994-33EC-0592-1DF10E9B26D9}"/>
              </a:ext>
            </a:extLst>
          </p:cNvPr>
          <p:cNvSpPr txBox="1">
            <a:spLocks/>
          </p:cNvSpPr>
          <p:nvPr/>
        </p:nvSpPr>
        <p:spPr>
          <a:xfrm>
            <a:off x="838200" y="365126"/>
            <a:ext cx="10515600" cy="65971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dirty="0"/>
              <a:t>Direction 2: </a:t>
            </a:r>
            <a:r>
              <a:rPr lang="en-US" altLang="zh-CN" b="1" dirty="0">
                <a:highlight>
                  <a:srgbClr val="FFFF00"/>
                </a:highlight>
              </a:rPr>
              <a:t>Vulnerability Detection</a:t>
            </a:r>
            <a:endParaRPr lang="en-US" altLang="zh-CN" dirty="0">
              <a:highlight>
                <a:srgbClr val="FFFF00"/>
              </a:highlight>
            </a:endParaRPr>
          </a:p>
        </p:txBody>
      </p:sp>
      <p:pic>
        <p:nvPicPr>
          <p:cNvPr id="4" name="图片 3" descr="表格&#10;&#10;AI 生成的内容可能不正确。">
            <a:extLst>
              <a:ext uri="{FF2B5EF4-FFF2-40B4-BE49-F238E27FC236}">
                <a16:creationId xmlns:a16="http://schemas.microsoft.com/office/drawing/2014/main" id="{9339CBA8-AF93-5FC9-3F12-5D79A17288AB}"/>
              </a:ext>
            </a:extLst>
          </p:cNvPr>
          <p:cNvPicPr>
            <a:picLocks noChangeAspect="1"/>
          </p:cNvPicPr>
          <p:nvPr/>
        </p:nvPicPr>
        <p:blipFill>
          <a:blip r:embed="rId2"/>
          <a:stretch>
            <a:fillRect/>
          </a:stretch>
        </p:blipFill>
        <p:spPr>
          <a:xfrm>
            <a:off x="697948" y="1114984"/>
            <a:ext cx="5717234" cy="3348790"/>
          </a:xfrm>
          <a:prstGeom prst="rect">
            <a:avLst/>
          </a:prstGeom>
        </p:spPr>
      </p:pic>
    </p:spTree>
    <p:extLst>
      <p:ext uri="{BB962C8B-B14F-4D97-AF65-F5344CB8AC3E}">
        <p14:creationId xmlns:p14="http://schemas.microsoft.com/office/powerpoint/2010/main" val="393149766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882</Words>
  <Application>Microsoft Office PowerPoint</Application>
  <PresentationFormat>宽屏</PresentationFormat>
  <Paragraphs>50</Paragraphs>
  <Slides>13</Slides>
  <Notes>0</Notes>
  <HiddenSlides>1</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等线</vt:lpstr>
      <vt:lpstr>等线 Light</vt:lpstr>
      <vt:lpstr>Arial</vt:lpstr>
      <vt:lpstr>Wingdings</vt:lpstr>
      <vt:lpstr>Office 主题​​</vt:lpstr>
      <vt:lpstr>Context Graph</vt:lpstr>
      <vt:lpstr>PowerPoint 演示文稿</vt:lpstr>
      <vt:lpstr>What and why Context Graph?</vt:lpstr>
      <vt:lpstr>What and why Context Graph?</vt:lpstr>
      <vt:lpstr>Related Work</vt:lpstr>
      <vt:lpstr>Related Work</vt:lpstr>
      <vt:lpstr> </vt:lpstr>
      <vt:lpstr> </vt:lpstr>
      <vt:lpstr> </vt:lpstr>
      <vt:lpstr> </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XU Jie</dc:creator>
  <cp:lastModifiedBy>Dr. XU Jie</cp:lastModifiedBy>
  <cp:revision>16</cp:revision>
  <dcterms:created xsi:type="dcterms:W3CDTF">2026-01-16T13:30:00Z</dcterms:created>
  <dcterms:modified xsi:type="dcterms:W3CDTF">2026-01-19T01:32:02Z</dcterms:modified>
</cp:coreProperties>
</file>